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259" r:id="rId3"/>
    <p:sldId id="326" r:id="rId4"/>
    <p:sldId id="327" r:id="rId5"/>
    <p:sldId id="328" r:id="rId6"/>
    <p:sldId id="329" r:id="rId7"/>
    <p:sldId id="330" r:id="rId8"/>
    <p:sldId id="331" r:id="rId9"/>
    <p:sldId id="265" r:id="rId10"/>
    <p:sldId id="269" r:id="rId11"/>
    <p:sldId id="258" r:id="rId12"/>
    <p:sldId id="294" r:id="rId13"/>
    <p:sldId id="337" r:id="rId14"/>
    <p:sldId id="383" r:id="rId15"/>
    <p:sldId id="384" r:id="rId16"/>
    <p:sldId id="385" r:id="rId17"/>
    <p:sldId id="295" r:id="rId18"/>
    <p:sldId id="386" r:id="rId19"/>
    <p:sldId id="387" r:id="rId20"/>
    <p:sldId id="388" r:id="rId21"/>
    <p:sldId id="389" r:id="rId22"/>
    <p:sldId id="335" r:id="rId23"/>
    <p:sldId id="301" r:id="rId24"/>
    <p:sldId id="306" r:id="rId25"/>
    <p:sldId id="262" r:id="rId26"/>
    <p:sldId id="264" r:id="rId27"/>
    <p:sldId id="267" r:id="rId28"/>
    <p:sldId id="268" r:id="rId29"/>
    <p:sldId id="257" r:id="rId30"/>
    <p:sldId id="370" r:id="rId31"/>
    <p:sldId id="371" r:id="rId32"/>
    <p:sldId id="261" r:id="rId33"/>
    <p:sldId id="372" r:id="rId34"/>
    <p:sldId id="352" r:id="rId35"/>
    <p:sldId id="390" r:id="rId36"/>
    <p:sldId id="391" r:id="rId37"/>
    <p:sldId id="392" r:id="rId38"/>
    <p:sldId id="315" r:id="rId39"/>
    <p:sldId id="357" r:id="rId40"/>
    <p:sldId id="393" r:id="rId41"/>
    <p:sldId id="394" r:id="rId42"/>
    <p:sldId id="395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82" r:id="rId53"/>
    <p:sldId id="271" r:id="rId54"/>
    <p:sldId id="272" r:id="rId55"/>
    <p:sldId id="362" r:id="rId56"/>
    <p:sldId id="274" r:id="rId57"/>
    <p:sldId id="275" r:id="rId58"/>
    <p:sldId id="363" r:id="rId59"/>
    <p:sldId id="277" r:id="rId60"/>
    <p:sldId id="278" r:id="rId61"/>
    <p:sldId id="280" r:id="rId62"/>
    <p:sldId id="281" r:id="rId63"/>
    <p:sldId id="364" r:id="rId64"/>
    <p:sldId id="365" r:id="rId65"/>
    <p:sldId id="367" r:id="rId66"/>
    <p:sldId id="368" r:id="rId67"/>
    <p:sldId id="273" r:id="rId68"/>
    <p:sldId id="336" r:id="rId69"/>
    <p:sldId id="334" r:id="rId70"/>
    <p:sldId id="369" r:id="rId71"/>
    <p:sldId id="288" r:id="rId72"/>
    <p:sldId id="286" r:id="rId73"/>
    <p:sldId id="285" r:id="rId74"/>
    <p:sldId id="284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icto\Downloads\M1109BUSM293NNBR%20(1)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[CPIAUCSL (7).csv]Sheet1!PivotTable1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INFLATION</a:t>
            </a:r>
            <a:b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</a:b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Jan 1947 – Oct 2025</a:t>
            </a:r>
            <a:r>
              <a:rPr lang="en-US" sz="2800"/>
              <a:t>.</a:t>
            </a:r>
          </a:p>
        </c:rich>
      </c:tx>
      <c:layout>
        <c:manualLayout>
          <c:xMode val="edge"/>
          <c:yMode val="edge"/>
          <c:x val="0.3782719033709952"/>
          <c:y val="1.51515151515151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rgbClr val="ED7331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ED7331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ED7331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7530928906201398E-2"/>
          <c:y val="4.527317372621238E-3"/>
          <c:w val="0.96091250696537367"/>
          <c:h val="0.97628913443830567"/>
        </c:manualLayout>
      </c:layout>
      <c:lineChart>
        <c:grouping val="standar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ED7331"/>
              </a:solidFill>
              <a:prstDash val="solid"/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ysClr val="windowText" lastClr="000000"/>
                </a:solidFill>
                <a:prstDash val="sysDot"/>
                <a:headEnd type="none" w="med" len="med"/>
                <a:tailEnd type="triangle" w="med" len="med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Sheet1!$A$3:$A$948</c:f>
              <c:strCache>
                <c:ptCount val="945"/>
                <c:pt idx="0">
                  <c:v>1/1/1947</c:v>
                </c:pt>
                <c:pt idx="1">
                  <c:v>2/1/1947</c:v>
                </c:pt>
                <c:pt idx="2">
                  <c:v>3/1/1947</c:v>
                </c:pt>
                <c:pt idx="3">
                  <c:v>4/1/1947</c:v>
                </c:pt>
                <c:pt idx="4">
                  <c:v>5/1/1947</c:v>
                </c:pt>
                <c:pt idx="5">
                  <c:v>6/1/1947</c:v>
                </c:pt>
                <c:pt idx="6">
                  <c:v>7/1/1947</c:v>
                </c:pt>
                <c:pt idx="7">
                  <c:v>8/1/1947</c:v>
                </c:pt>
                <c:pt idx="8">
                  <c:v>9/1/1947</c:v>
                </c:pt>
                <c:pt idx="9">
                  <c:v>10/1/1947</c:v>
                </c:pt>
                <c:pt idx="10">
                  <c:v>11/1/1947</c:v>
                </c:pt>
                <c:pt idx="11">
                  <c:v>12/1/1947</c:v>
                </c:pt>
                <c:pt idx="12">
                  <c:v>1/1/1948</c:v>
                </c:pt>
                <c:pt idx="13">
                  <c:v>2/1/1948</c:v>
                </c:pt>
                <c:pt idx="14">
                  <c:v>3/1/1948</c:v>
                </c:pt>
                <c:pt idx="15">
                  <c:v>4/1/1948</c:v>
                </c:pt>
                <c:pt idx="16">
                  <c:v>5/1/1948</c:v>
                </c:pt>
                <c:pt idx="17">
                  <c:v>6/1/1948</c:v>
                </c:pt>
                <c:pt idx="18">
                  <c:v>7/1/1948</c:v>
                </c:pt>
                <c:pt idx="19">
                  <c:v>8/1/1948</c:v>
                </c:pt>
                <c:pt idx="20">
                  <c:v>9/1/1948</c:v>
                </c:pt>
                <c:pt idx="21">
                  <c:v>10/1/1948</c:v>
                </c:pt>
                <c:pt idx="22">
                  <c:v>11/1/1948</c:v>
                </c:pt>
                <c:pt idx="23">
                  <c:v>12/1/1948</c:v>
                </c:pt>
                <c:pt idx="24">
                  <c:v>1/1/1949</c:v>
                </c:pt>
                <c:pt idx="25">
                  <c:v>2/1/1949</c:v>
                </c:pt>
                <c:pt idx="26">
                  <c:v>3/1/1949</c:v>
                </c:pt>
                <c:pt idx="27">
                  <c:v>4/1/1949</c:v>
                </c:pt>
                <c:pt idx="28">
                  <c:v>5/1/1949</c:v>
                </c:pt>
                <c:pt idx="29">
                  <c:v>6/1/1949</c:v>
                </c:pt>
                <c:pt idx="30">
                  <c:v>7/1/1949</c:v>
                </c:pt>
                <c:pt idx="31">
                  <c:v>8/1/1949</c:v>
                </c:pt>
                <c:pt idx="32">
                  <c:v>9/1/1949</c:v>
                </c:pt>
                <c:pt idx="33">
                  <c:v>10/1/1949</c:v>
                </c:pt>
                <c:pt idx="34">
                  <c:v>11/1/1949</c:v>
                </c:pt>
                <c:pt idx="35">
                  <c:v>12/1/1949</c:v>
                </c:pt>
                <c:pt idx="36">
                  <c:v>1/1/1950</c:v>
                </c:pt>
                <c:pt idx="37">
                  <c:v>2/1/1950</c:v>
                </c:pt>
                <c:pt idx="38">
                  <c:v>3/1/1950</c:v>
                </c:pt>
                <c:pt idx="39">
                  <c:v>4/1/1950</c:v>
                </c:pt>
                <c:pt idx="40">
                  <c:v>5/1/1950</c:v>
                </c:pt>
                <c:pt idx="41">
                  <c:v>6/1/1950</c:v>
                </c:pt>
                <c:pt idx="42">
                  <c:v>7/1/1950</c:v>
                </c:pt>
                <c:pt idx="43">
                  <c:v>8/1/1950</c:v>
                </c:pt>
                <c:pt idx="44">
                  <c:v>9/1/1950</c:v>
                </c:pt>
                <c:pt idx="45">
                  <c:v>10/1/1950</c:v>
                </c:pt>
                <c:pt idx="46">
                  <c:v>11/1/1950</c:v>
                </c:pt>
                <c:pt idx="47">
                  <c:v>12/1/1950</c:v>
                </c:pt>
                <c:pt idx="48">
                  <c:v>1/1/1951</c:v>
                </c:pt>
                <c:pt idx="49">
                  <c:v>2/1/1951</c:v>
                </c:pt>
                <c:pt idx="50">
                  <c:v>3/1/1951</c:v>
                </c:pt>
                <c:pt idx="51">
                  <c:v>4/1/1951</c:v>
                </c:pt>
                <c:pt idx="52">
                  <c:v>5/1/1951</c:v>
                </c:pt>
                <c:pt idx="53">
                  <c:v>6/1/1951</c:v>
                </c:pt>
                <c:pt idx="54">
                  <c:v>7/1/1951</c:v>
                </c:pt>
                <c:pt idx="55">
                  <c:v>8/1/1951</c:v>
                </c:pt>
                <c:pt idx="56">
                  <c:v>9/1/1951</c:v>
                </c:pt>
                <c:pt idx="57">
                  <c:v>10/1/1951</c:v>
                </c:pt>
                <c:pt idx="58">
                  <c:v>11/1/1951</c:v>
                </c:pt>
                <c:pt idx="59">
                  <c:v>12/1/1951</c:v>
                </c:pt>
                <c:pt idx="60">
                  <c:v>1/1/1952</c:v>
                </c:pt>
                <c:pt idx="61">
                  <c:v>2/1/1952</c:v>
                </c:pt>
                <c:pt idx="62">
                  <c:v>3/1/1952</c:v>
                </c:pt>
                <c:pt idx="63">
                  <c:v>4/1/1952</c:v>
                </c:pt>
                <c:pt idx="64">
                  <c:v>5/1/1952</c:v>
                </c:pt>
                <c:pt idx="65">
                  <c:v>6/1/1952</c:v>
                </c:pt>
                <c:pt idx="66">
                  <c:v>7/1/1952</c:v>
                </c:pt>
                <c:pt idx="67">
                  <c:v>8/1/1952</c:v>
                </c:pt>
                <c:pt idx="68">
                  <c:v>9/1/1952</c:v>
                </c:pt>
                <c:pt idx="69">
                  <c:v>10/1/1952</c:v>
                </c:pt>
                <c:pt idx="70">
                  <c:v>11/1/1952</c:v>
                </c:pt>
                <c:pt idx="71">
                  <c:v>12/1/1952</c:v>
                </c:pt>
                <c:pt idx="72">
                  <c:v>1/1/1953</c:v>
                </c:pt>
                <c:pt idx="73">
                  <c:v>2/1/1953</c:v>
                </c:pt>
                <c:pt idx="74">
                  <c:v>3/1/1953</c:v>
                </c:pt>
                <c:pt idx="75">
                  <c:v>4/1/1953</c:v>
                </c:pt>
                <c:pt idx="76">
                  <c:v>5/1/1953</c:v>
                </c:pt>
                <c:pt idx="77">
                  <c:v>6/1/1953</c:v>
                </c:pt>
                <c:pt idx="78">
                  <c:v>7/1/1953</c:v>
                </c:pt>
                <c:pt idx="79">
                  <c:v>8/1/1953</c:v>
                </c:pt>
                <c:pt idx="80">
                  <c:v>9/1/1953</c:v>
                </c:pt>
                <c:pt idx="81">
                  <c:v>10/1/1953</c:v>
                </c:pt>
                <c:pt idx="82">
                  <c:v>11/1/1953</c:v>
                </c:pt>
                <c:pt idx="83">
                  <c:v>12/1/1953</c:v>
                </c:pt>
                <c:pt idx="84">
                  <c:v>1/1/1954</c:v>
                </c:pt>
                <c:pt idx="85">
                  <c:v>2/1/1954</c:v>
                </c:pt>
                <c:pt idx="86">
                  <c:v>3/1/1954</c:v>
                </c:pt>
                <c:pt idx="87">
                  <c:v>4/1/1954</c:v>
                </c:pt>
                <c:pt idx="88">
                  <c:v>5/1/1954</c:v>
                </c:pt>
                <c:pt idx="89">
                  <c:v>6/1/1954</c:v>
                </c:pt>
                <c:pt idx="90">
                  <c:v>7/1/1954</c:v>
                </c:pt>
                <c:pt idx="91">
                  <c:v>8/1/1954</c:v>
                </c:pt>
                <c:pt idx="92">
                  <c:v>9/1/1954</c:v>
                </c:pt>
                <c:pt idx="93">
                  <c:v>10/1/1954</c:v>
                </c:pt>
                <c:pt idx="94">
                  <c:v>11/1/1954</c:v>
                </c:pt>
                <c:pt idx="95">
                  <c:v>12/1/1954</c:v>
                </c:pt>
                <c:pt idx="96">
                  <c:v>1/1/1955</c:v>
                </c:pt>
                <c:pt idx="97">
                  <c:v>2/1/1955</c:v>
                </c:pt>
                <c:pt idx="98">
                  <c:v>3/1/1955</c:v>
                </c:pt>
                <c:pt idx="99">
                  <c:v>4/1/1955</c:v>
                </c:pt>
                <c:pt idx="100">
                  <c:v>5/1/1955</c:v>
                </c:pt>
                <c:pt idx="101">
                  <c:v>6/1/1955</c:v>
                </c:pt>
                <c:pt idx="102">
                  <c:v>7/1/1955</c:v>
                </c:pt>
                <c:pt idx="103">
                  <c:v>8/1/1955</c:v>
                </c:pt>
                <c:pt idx="104">
                  <c:v>9/1/1955</c:v>
                </c:pt>
                <c:pt idx="105">
                  <c:v>10/1/1955</c:v>
                </c:pt>
                <c:pt idx="106">
                  <c:v>11/1/1955</c:v>
                </c:pt>
                <c:pt idx="107">
                  <c:v>12/1/1955</c:v>
                </c:pt>
                <c:pt idx="108">
                  <c:v>1/1/1956</c:v>
                </c:pt>
                <c:pt idx="109">
                  <c:v>2/1/1956</c:v>
                </c:pt>
                <c:pt idx="110">
                  <c:v>3/1/1956</c:v>
                </c:pt>
                <c:pt idx="111">
                  <c:v>4/1/1956</c:v>
                </c:pt>
                <c:pt idx="112">
                  <c:v>5/1/1956</c:v>
                </c:pt>
                <c:pt idx="113">
                  <c:v>6/1/1956</c:v>
                </c:pt>
                <c:pt idx="114">
                  <c:v>7/1/1956</c:v>
                </c:pt>
                <c:pt idx="115">
                  <c:v>8/1/1956</c:v>
                </c:pt>
                <c:pt idx="116">
                  <c:v>9/1/1956</c:v>
                </c:pt>
                <c:pt idx="117">
                  <c:v>10/1/1956</c:v>
                </c:pt>
                <c:pt idx="118">
                  <c:v>11/1/1956</c:v>
                </c:pt>
                <c:pt idx="119">
                  <c:v>12/1/1956</c:v>
                </c:pt>
                <c:pt idx="120">
                  <c:v>1/1/1957</c:v>
                </c:pt>
                <c:pt idx="121">
                  <c:v>2/1/1957</c:v>
                </c:pt>
                <c:pt idx="122">
                  <c:v>3/1/1957</c:v>
                </c:pt>
                <c:pt idx="123">
                  <c:v>4/1/1957</c:v>
                </c:pt>
                <c:pt idx="124">
                  <c:v>5/1/1957</c:v>
                </c:pt>
                <c:pt idx="125">
                  <c:v>6/1/1957</c:v>
                </c:pt>
                <c:pt idx="126">
                  <c:v>7/1/1957</c:v>
                </c:pt>
                <c:pt idx="127">
                  <c:v>8/1/1957</c:v>
                </c:pt>
                <c:pt idx="128">
                  <c:v>9/1/1957</c:v>
                </c:pt>
                <c:pt idx="129">
                  <c:v>10/1/1957</c:v>
                </c:pt>
                <c:pt idx="130">
                  <c:v>11/1/1957</c:v>
                </c:pt>
                <c:pt idx="131">
                  <c:v>12/1/1957</c:v>
                </c:pt>
                <c:pt idx="132">
                  <c:v>1/1/1958</c:v>
                </c:pt>
                <c:pt idx="133">
                  <c:v>2/1/1958</c:v>
                </c:pt>
                <c:pt idx="134">
                  <c:v>3/1/1958</c:v>
                </c:pt>
                <c:pt idx="135">
                  <c:v>4/1/1958</c:v>
                </c:pt>
                <c:pt idx="136">
                  <c:v>5/1/1958</c:v>
                </c:pt>
                <c:pt idx="137">
                  <c:v>6/1/1958</c:v>
                </c:pt>
                <c:pt idx="138">
                  <c:v>7/1/1958</c:v>
                </c:pt>
                <c:pt idx="139">
                  <c:v>8/1/1958</c:v>
                </c:pt>
                <c:pt idx="140">
                  <c:v>9/1/1958</c:v>
                </c:pt>
                <c:pt idx="141">
                  <c:v>10/1/1958</c:v>
                </c:pt>
                <c:pt idx="142">
                  <c:v>11/1/1958</c:v>
                </c:pt>
                <c:pt idx="143">
                  <c:v>12/1/1958</c:v>
                </c:pt>
                <c:pt idx="144">
                  <c:v>1/1/1959</c:v>
                </c:pt>
                <c:pt idx="145">
                  <c:v>2/1/1959</c:v>
                </c:pt>
                <c:pt idx="146">
                  <c:v>3/1/1959</c:v>
                </c:pt>
                <c:pt idx="147">
                  <c:v>4/1/1959</c:v>
                </c:pt>
                <c:pt idx="148">
                  <c:v>5/1/1959</c:v>
                </c:pt>
                <c:pt idx="149">
                  <c:v>6/1/1959</c:v>
                </c:pt>
                <c:pt idx="150">
                  <c:v>7/1/1959</c:v>
                </c:pt>
                <c:pt idx="151">
                  <c:v>8/1/1959</c:v>
                </c:pt>
                <c:pt idx="152">
                  <c:v>9/1/1959</c:v>
                </c:pt>
                <c:pt idx="153">
                  <c:v>10/1/1959</c:v>
                </c:pt>
                <c:pt idx="154">
                  <c:v>11/1/1959</c:v>
                </c:pt>
                <c:pt idx="155">
                  <c:v>12/1/1959</c:v>
                </c:pt>
                <c:pt idx="156">
                  <c:v>1/1/1960</c:v>
                </c:pt>
                <c:pt idx="157">
                  <c:v>2/1/1960</c:v>
                </c:pt>
                <c:pt idx="158">
                  <c:v>3/1/1960</c:v>
                </c:pt>
                <c:pt idx="159">
                  <c:v>4/1/1960</c:v>
                </c:pt>
                <c:pt idx="160">
                  <c:v>5/1/1960</c:v>
                </c:pt>
                <c:pt idx="161">
                  <c:v>6/1/1960</c:v>
                </c:pt>
                <c:pt idx="162">
                  <c:v>7/1/1960</c:v>
                </c:pt>
                <c:pt idx="163">
                  <c:v>8/1/1960</c:v>
                </c:pt>
                <c:pt idx="164">
                  <c:v>9/1/1960</c:v>
                </c:pt>
                <c:pt idx="165">
                  <c:v>10/1/1960</c:v>
                </c:pt>
                <c:pt idx="166">
                  <c:v>11/1/1960</c:v>
                </c:pt>
                <c:pt idx="167">
                  <c:v>12/1/1960</c:v>
                </c:pt>
                <c:pt idx="168">
                  <c:v>1/1/1961</c:v>
                </c:pt>
                <c:pt idx="169">
                  <c:v>2/1/1961</c:v>
                </c:pt>
                <c:pt idx="170">
                  <c:v>3/1/1961</c:v>
                </c:pt>
                <c:pt idx="171">
                  <c:v>4/1/1961</c:v>
                </c:pt>
                <c:pt idx="172">
                  <c:v>5/1/1961</c:v>
                </c:pt>
                <c:pt idx="173">
                  <c:v>6/1/1961</c:v>
                </c:pt>
                <c:pt idx="174">
                  <c:v>7/1/1961</c:v>
                </c:pt>
                <c:pt idx="175">
                  <c:v>8/1/1961</c:v>
                </c:pt>
                <c:pt idx="176">
                  <c:v>9/1/1961</c:v>
                </c:pt>
                <c:pt idx="177">
                  <c:v>10/1/1961</c:v>
                </c:pt>
                <c:pt idx="178">
                  <c:v>11/1/1961</c:v>
                </c:pt>
                <c:pt idx="179">
                  <c:v>12/1/1961</c:v>
                </c:pt>
                <c:pt idx="180">
                  <c:v>1/1/1962</c:v>
                </c:pt>
                <c:pt idx="181">
                  <c:v>2/1/1962</c:v>
                </c:pt>
                <c:pt idx="182">
                  <c:v>3/1/1962</c:v>
                </c:pt>
                <c:pt idx="183">
                  <c:v>4/1/1962</c:v>
                </c:pt>
                <c:pt idx="184">
                  <c:v>5/1/1962</c:v>
                </c:pt>
                <c:pt idx="185">
                  <c:v>6/1/1962</c:v>
                </c:pt>
                <c:pt idx="186">
                  <c:v>7/1/1962</c:v>
                </c:pt>
                <c:pt idx="187">
                  <c:v>8/1/1962</c:v>
                </c:pt>
                <c:pt idx="188">
                  <c:v>9/1/1962</c:v>
                </c:pt>
                <c:pt idx="189">
                  <c:v>10/1/1962</c:v>
                </c:pt>
                <c:pt idx="190">
                  <c:v>11/1/1962</c:v>
                </c:pt>
                <c:pt idx="191">
                  <c:v>12/1/1962</c:v>
                </c:pt>
                <c:pt idx="192">
                  <c:v>1/1/1963</c:v>
                </c:pt>
                <c:pt idx="193">
                  <c:v>2/1/1963</c:v>
                </c:pt>
                <c:pt idx="194">
                  <c:v>3/1/1963</c:v>
                </c:pt>
                <c:pt idx="195">
                  <c:v>4/1/1963</c:v>
                </c:pt>
                <c:pt idx="196">
                  <c:v>5/1/1963</c:v>
                </c:pt>
                <c:pt idx="197">
                  <c:v>6/1/1963</c:v>
                </c:pt>
                <c:pt idx="198">
                  <c:v>7/1/1963</c:v>
                </c:pt>
                <c:pt idx="199">
                  <c:v>8/1/1963</c:v>
                </c:pt>
                <c:pt idx="200">
                  <c:v>9/1/1963</c:v>
                </c:pt>
                <c:pt idx="201">
                  <c:v>10/1/1963</c:v>
                </c:pt>
                <c:pt idx="202">
                  <c:v>11/1/1963</c:v>
                </c:pt>
                <c:pt idx="203">
                  <c:v>12/1/1963</c:v>
                </c:pt>
                <c:pt idx="204">
                  <c:v>1/1/1964</c:v>
                </c:pt>
                <c:pt idx="205">
                  <c:v>2/1/1964</c:v>
                </c:pt>
                <c:pt idx="206">
                  <c:v>3/1/1964</c:v>
                </c:pt>
                <c:pt idx="207">
                  <c:v>4/1/1964</c:v>
                </c:pt>
                <c:pt idx="208">
                  <c:v>5/1/1964</c:v>
                </c:pt>
                <c:pt idx="209">
                  <c:v>6/1/1964</c:v>
                </c:pt>
                <c:pt idx="210">
                  <c:v>7/1/1964</c:v>
                </c:pt>
                <c:pt idx="211">
                  <c:v>8/1/1964</c:v>
                </c:pt>
                <c:pt idx="212">
                  <c:v>9/1/1964</c:v>
                </c:pt>
                <c:pt idx="213">
                  <c:v>10/1/1964</c:v>
                </c:pt>
                <c:pt idx="214">
                  <c:v>11/1/1964</c:v>
                </c:pt>
                <c:pt idx="215">
                  <c:v>12/1/1964</c:v>
                </c:pt>
                <c:pt idx="216">
                  <c:v>1/1/1965</c:v>
                </c:pt>
                <c:pt idx="217">
                  <c:v>2/1/1965</c:v>
                </c:pt>
                <c:pt idx="218">
                  <c:v>3/1/1965</c:v>
                </c:pt>
                <c:pt idx="219">
                  <c:v>4/1/1965</c:v>
                </c:pt>
                <c:pt idx="220">
                  <c:v>5/1/1965</c:v>
                </c:pt>
                <c:pt idx="221">
                  <c:v>6/1/1965</c:v>
                </c:pt>
                <c:pt idx="222">
                  <c:v>7/1/1965</c:v>
                </c:pt>
                <c:pt idx="223">
                  <c:v>8/1/1965</c:v>
                </c:pt>
                <c:pt idx="224">
                  <c:v>9/1/1965</c:v>
                </c:pt>
                <c:pt idx="225">
                  <c:v>10/1/1965</c:v>
                </c:pt>
                <c:pt idx="226">
                  <c:v>11/1/1965</c:v>
                </c:pt>
                <c:pt idx="227">
                  <c:v>12/1/1965</c:v>
                </c:pt>
                <c:pt idx="228">
                  <c:v>1/1/1966</c:v>
                </c:pt>
                <c:pt idx="229">
                  <c:v>2/1/1966</c:v>
                </c:pt>
                <c:pt idx="230">
                  <c:v>3/1/1966</c:v>
                </c:pt>
                <c:pt idx="231">
                  <c:v>4/1/1966</c:v>
                </c:pt>
                <c:pt idx="232">
                  <c:v>5/1/1966</c:v>
                </c:pt>
                <c:pt idx="233">
                  <c:v>6/1/1966</c:v>
                </c:pt>
                <c:pt idx="234">
                  <c:v>7/1/1966</c:v>
                </c:pt>
                <c:pt idx="235">
                  <c:v>8/1/1966</c:v>
                </c:pt>
                <c:pt idx="236">
                  <c:v>9/1/1966</c:v>
                </c:pt>
                <c:pt idx="237">
                  <c:v>10/1/1966</c:v>
                </c:pt>
                <c:pt idx="238">
                  <c:v>11/1/1966</c:v>
                </c:pt>
                <c:pt idx="239">
                  <c:v>12/1/1966</c:v>
                </c:pt>
                <c:pt idx="240">
                  <c:v>1/1/1967</c:v>
                </c:pt>
                <c:pt idx="241">
                  <c:v>2/1/1967</c:v>
                </c:pt>
                <c:pt idx="242">
                  <c:v>3/1/1967</c:v>
                </c:pt>
                <c:pt idx="243">
                  <c:v>4/1/1967</c:v>
                </c:pt>
                <c:pt idx="244">
                  <c:v>5/1/1967</c:v>
                </c:pt>
                <c:pt idx="245">
                  <c:v>6/1/1967</c:v>
                </c:pt>
                <c:pt idx="246">
                  <c:v>7/1/1967</c:v>
                </c:pt>
                <c:pt idx="247">
                  <c:v>8/1/1967</c:v>
                </c:pt>
                <c:pt idx="248">
                  <c:v>9/1/1967</c:v>
                </c:pt>
                <c:pt idx="249">
                  <c:v>10/1/1967</c:v>
                </c:pt>
                <c:pt idx="250">
                  <c:v>11/1/1967</c:v>
                </c:pt>
                <c:pt idx="251">
                  <c:v>12/1/1967</c:v>
                </c:pt>
                <c:pt idx="252">
                  <c:v>1/1/1968</c:v>
                </c:pt>
                <c:pt idx="253">
                  <c:v>2/1/1968</c:v>
                </c:pt>
                <c:pt idx="254">
                  <c:v>3/1/1968</c:v>
                </c:pt>
                <c:pt idx="255">
                  <c:v>4/1/1968</c:v>
                </c:pt>
                <c:pt idx="256">
                  <c:v>5/1/1968</c:v>
                </c:pt>
                <c:pt idx="257">
                  <c:v>6/1/1968</c:v>
                </c:pt>
                <c:pt idx="258">
                  <c:v>7/1/1968</c:v>
                </c:pt>
                <c:pt idx="259">
                  <c:v>8/1/1968</c:v>
                </c:pt>
                <c:pt idx="260">
                  <c:v>9/1/1968</c:v>
                </c:pt>
                <c:pt idx="261">
                  <c:v>10/1/1968</c:v>
                </c:pt>
                <c:pt idx="262">
                  <c:v>11/1/1968</c:v>
                </c:pt>
                <c:pt idx="263">
                  <c:v>12/1/1968</c:v>
                </c:pt>
                <c:pt idx="264">
                  <c:v>1/1/1969</c:v>
                </c:pt>
                <c:pt idx="265">
                  <c:v>2/1/1969</c:v>
                </c:pt>
                <c:pt idx="266">
                  <c:v>3/1/1969</c:v>
                </c:pt>
                <c:pt idx="267">
                  <c:v>4/1/1969</c:v>
                </c:pt>
                <c:pt idx="268">
                  <c:v>5/1/1969</c:v>
                </c:pt>
                <c:pt idx="269">
                  <c:v>6/1/1969</c:v>
                </c:pt>
                <c:pt idx="270">
                  <c:v>7/1/1969</c:v>
                </c:pt>
                <c:pt idx="271">
                  <c:v>8/1/1969</c:v>
                </c:pt>
                <c:pt idx="272">
                  <c:v>9/1/1969</c:v>
                </c:pt>
                <c:pt idx="273">
                  <c:v>10/1/1969</c:v>
                </c:pt>
                <c:pt idx="274">
                  <c:v>11/1/1969</c:v>
                </c:pt>
                <c:pt idx="275">
                  <c:v>12/1/1969</c:v>
                </c:pt>
                <c:pt idx="276">
                  <c:v>1/1/1970</c:v>
                </c:pt>
                <c:pt idx="277">
                  <c:v>2/1/1970</c:v>
                </c:pt>
                <c:pt idx="278">
                  <c:v>3/1/1970</c:v>
                </c:pt>
                <c:pt idx="279">
                  <c:v>4/1/1970</c:v>
                </c:pt>
                <c:pt idx="280">
                  <c:v>5/1/1970</c:v>
                </c:pt>
                <c:pt idx="281">
                  <c:v>6/1/1970</c:v>
                </c:pt>
                <c:pt idx="282">
                  <c:v>7/1/1970</c:v>
                </c:pt>
                <c:pt idx="283">
                  <c:v>8/1/1970</c:v>
                </c:pt>
                <c:pt idx="284">
                  <c:v>9/1/1970</c:v>
                </c:pt>
                <c:pt idx="285">
                  <c:v>10/1/1970</c:v>
                </c:pt>
                <c:pt idx="286">
                  <c:v>11/1/1970</c:v>
                </c:pt>
                <c:pt idx="287">
                  <c:v>12/1/1970</c:v>
                </c:pt>
                <c:pt idx="288">
                  <c:v>1/1/1971</c:v>
                </c:pt>
                <c:pt idx="289">
                  <c:v>2/1/1971</c:v>
                </c:pt>
                <c:pt idx="290">
                  <c:v>3/1/1971</c:v>
                </c:pt>
                <c:pt idx="291">
                  <c:v>4/1/1971</c:v>
                </c:pt>
                <c:pt idx="292">
                  <c:v>5/1/1971</c:v>
                </c:pt>
                <c:pt idx="293">
                  <c:v>6/1/1971</c:v>
                </c:pt>
                <c:pt idx="294">
                  <c:v>7/1/1971</c:v>
                </c:pt>
                <c:pt idx="295">
                  <c:v>8/1/1971</c:v>
                </c:pt>
                <c:pt idx="296">
                  <c:v>9/1/1971</c:v>
                </c:pt>
                <c:pt idx="297">
                  <c:v>10/1/1971</c:v>
                </c:pt>
                <c:pt idx="298">
                  <c:v>11/1/1971</c:v>
                </c:pt>
                <c:pt idx="299">
                  <c:v>12/1/1971</c:v>
                </c:pt>
                <c:pt idx="300">
                  <c:v>1/1/1972</c:v>
                </c:pt>
                <c:pt idx="301">
                  <c:v>2/1/1972</c:v>
                </c:pt>
                <c:pt idx="302">
                  <c:v>3/1/1972</c:v>
                </c:pt>
                <c:pt idx="303">
                  <c:v>4/1/1972</c:v>
                </c:pt>
                <c:pt idx="304">
                  <c:v>5/1/1972</c:v>
                </c:pt>
                <c:pt idx="305">
                  <c:v>6/1/1972</c:v>
                </c:pt>
                <c:pt idx="306">
                  <c:v>7/1/1972</c:v>
                </c:pt>
                <c:pt idx="307">
                  <c:v>8/1/1972</c:v>
                </c:pt>
                <c:pt idx="308">
                  <c:v>9/1/1972</c:v>
                </c:pt>
                <c:pt idx="309">
                  <c:v>10/1/1972</c:v>
                </c:pt>
                <c:pt idx="310">
                  <c:v>11/1/1972</c:v>
                </c:pt>
                <c:pt idx="311">
                  <c:v>12/1/1972</c:v>
                </c:pt>
                <c:pt idx="312">
                  <c:v>1/1/1973</c:v>
                </c:pt>
                <c:pt idx="313">
                  <c:v>2/1/1973</c:v>
                </c:pt>
                <c:pt idx="314">
                  <c:v>3/1/1973</c:v>
                </c:pt>
                <c:pt idx="315">
                  <c:v>4/1/1973</c:v>
                </c:pt>
                <c:pt idx="316">
                  <c:v>5/1/1973</c:v>
                </c:pt>
                <c:pt idx="317">
                  <c:v>6/1/1973</c:v>
                </c:pt>
                <c:pt idx="318">
                  <c:v>7/1/1973</c:v>
                </c:pt>
                <c:pt idx="319">
                  <c:v>8/1/1973</c:v>
                </c:pt>
                <c:pt idx="320">
                  <c:v>9/1/1973</c:v>
                </c:pt>
                <c:pt idx="321">
                  <c:v>10/1/1973</c:v>
                </c:pt>
                <c:pt idx="322">
                  <c:v>11/1/1973</c:v>
                </c:pt>
                <c:pt idx="323">
                  <c:v>12/1/1973</c:v>
                </c:pt>
                <c:pt idx="324">
                  <c:v>1/1/1974</c:v>
                </c:pt>
                <c:pt idx="325">
                  <c:v>2/1/1974</c:v>
                </c:pt>
                <c:pt idx="326">
                  <c:v>3/1/1974</c:v>
                </c:pt>
                <c:pt idx="327">
                  <c:v>4/1/1974</c:v>
                </c:pt>
                <c:pt idx="328">
                  <c:v>5/1/1974</c:v>
                </c:pt>
                <c:pt idx="329">
                  <c:v>6/1/1974</c:v>
                </c:pt>
                <c:pt idx="330">
                  <c:v>7/1/1974</c:v>
                </c:pt>
                <c:pt idx="331">
                  <c:v>8/1/1974</c:v>
                </c:pt>
                <c:pt idx="332">
                  <c:v>9/1/1974</c:v>
                </c:pt>
                <c:pt idx="333">
                  <c:v>10/1/1974</c:v>
                </c:pt>
                <c:pt idx="334">
                  <c:v>11/1/1974</c:v>
                </c:pt>
                <c:pt idx="335">
                  <c:v>12/1/1974</c:v>
                </c:pt>
                <c:pt idx="336">
                  <c:v>1/1/1975</c:v>
                </c:pt>
                <c:pt idx="337">
                  <c:v>2/1/1975</c:v>
                </c:pt>
                <c:pt idx="338">
                  <c:v>3/1/1975</c:v>
                </c:pt>
                <c:pt idx="339">
                  <c:v>4/1/1975</c:v>
                </c:pt>
                <c:pt idx="340">
                  <c:v>5/1/1975</c:v>
                </c:pt>
                <c:pt idx="341">
                  <c:v>6/1/1975</c:v>
                </c:pt>
                <c:pt idx="342">
                  <c:v>7/1/1975</c:v>
                </c:pt>
                <c:pt idx="343">
                  <c:v>8/1/1975</c:v>
                </c:pt>
                <c:pt idx="344">
                  <c:v>9/1/1975</c:v>
                </c:pt>
                <c:pt idx="345">
                  <c:v>10/1/1975</c:v>
                </c:pt>
                <c:pt idx="346">
                  <c:v>11/1/1975</c:v>
                </c:pt>
                <c:pt idx="347">
                  <c:v>12/1/1975</c:v>
                </c:pt>
                <c:pt idx="348">
                  <c:v>1/1/1976</c:v>
                </c:pt>
                <c:pt idx="349">
                  <c:v>2/1/1976</c:v>
                </c:pt>
                <c:pt idx="350">
                  <c:v>3/1/1976</c:v>
                </c:pt>
                <c:pt idx="351">
                  <c:v>4/1/1976</c:v>
                </c:pt>
                <c:pt idx="352">
                  <c:v>5/1/1976</c:v>
                </c:pt>
                <c:pt idx="353">
                  <c:v>6/1/1976</c:v>
                </c:pt>
                <c:pt idx="354">
                  <c:v>7/1/1976</c:v>
                </c:pt>
                <c:pt idx="355">
                  <c:v>8/1/1976</c:v>
                </c:pt>
                <c:pt idx="356">
                  <c:v>9/1/1976</c:v>
                </c:pt>
                <c:pt idx="357">
                  <c:v>10/1/1976</c:v>
                </c:pt>
                <c:pt idx="358">
                  <c:v>11/1/1976</c:v>
                </c:pt>
                <c:pt idx="359">
                  <c:v>12/1/1976</c:v>
                </c:pt>
                <c:pt idx="360">
                  <c:v>1/1/1977</c:v>
                </c:pt>
                <c:pt idx="361">
                  <c:v>2/1/1977</c:v>
                </c:pt>
                <c:pt idx="362">
                  <c:v>3/1/1977</c:v>
                </c:pt>
                <c:pt idx="363">
                  <c:v>4/1/1977</c:v>
                </c:pt>
                <c:pt idx="364">
                  <c:v>5/1/1977</c:v>
                </c:pt>
                <c:pt idx="365">
                  <c:v>6/1/1977</c:v>
                </c:pt>
                <c:pt idx="366">
                  <c:v>7/1/1977</c:v>
                </c:pt>
                <c:pt idx="367">
                  <c:v>8/1/1977</c:v>
                </c:pt>
                <c:pt idx="368">
                  <c:v>9/1/1977</c:v>
                </c:pt>
                <c:pt idx="369">
                  <c:v>10/1/1977</c:v>
                </c:pt>
                <c:pt idx="370">
                  <c:v>11/1/1977</c:v>
                </c:pt>
                <c:pt idx="371">
                  <c:v>12/1/1977</c:v>
                </c:pt>
                <c:pt idx="372">
                  <c:v>1/1/1978</c:v>
                </c:pt>
                <c:pt idx="373">
                  <c:v>2/1/1978</c:v>
                </c:pt>
                <c:pt idx="374">
                  <c:v>3/1/1978</c:v>
                </c:pt>
                <c:pt idx="375">
                  <c:v>4/1/1978</c:v>
                </c:pt>
                <c:pt idx="376">
                  <c:v>5/1/1978</c:v>
                </c:pt>
                <c:pt idx="377">
                  <c:v>6/1/1978</c:v>
                </c:pt>
                <c:pt idx="378">
                  <c:v>7/1/1978</c:v>
                </c:pt>
                <c:pt idx="379">
                  <c:v>8/1/1978</c:v>
                </c:pt>
                <c:pt idx="380">
                  <c:v>9/1/1978</c:v>
                </c:pt>
                <c:pt idx="381">
                  <c:v>10/1/1978</c:v>
                </c:pt>
                <c:pt idx="382">
                  <c:v>11/1/1978</c:v>
                </c:pt>
                <c:pt idx="383">
                  <c:v>12/1/1978</c:v>
                </c:pt>
                <c:pt idx="384">
                  <c:v>1/1/1979</c:v>
                </c:pt>
                <c:pt idx="385">
                  <c:v>2/1/1979</c:v>
                </c:pt>
                <c:pt idx="386">
                  <c:v>3/1/1979</c:v>
                </c:pt>
                <c:pt idx="387">
                  <c:v>4/1/1979</c:v>
                </c:pt>
                <c:pt idx="388">
                  <c:v>5/1/1979</c:v>
                </c:pt>
                <c:pt idx="389">
                  <c:v>6/1/1979</c:v>
                </c:pt>
                <c:pt idx="390">
                  <c:v>7/1/1979</c:v>
                </c:pt>
                <c:pt idx="391">
                  <c:v>8/1/1979</c:v>
                </c:pt>
                <c:pt idx="392">
                  <c:v>9/1/1979</c:v>
                </c:pt>
                <c:pt idx="393">
                  <c:v>10/1/1979</c:v>
                </c:pt>
                <c:pt idx="394">
                  <c:v>11/1/1979</c:v>
                </c:pt>
                <c:pt idx="395">
                  <c:v>12/1/1979</c:v>
                </c:pt>
                <c:pt idx="396">
                  <c:v>1/1/1980</c:v>
                </c:pt>
                <c:pt idx="397">
                  <c:v>2/1/1980</c:v>
                </c:pt>
                <c:pt idx="398">
                  <c:v>3/1/1980</c:v>
                </c:pt>
                <c:pt idx="399">
                  <c:v>4/1/1980</c:v>
                </c:pt>
                <c:pt idx="400">
                  <c:v>5/1/1980</c:v>
                </c:pt>
                <c:pt idx="401">
                  <c:v>6/1/1980</c:v>
                </c:pt>
                <c:pt idx="402">
                  <c:v>7/1/1980</c:v>
                </c:pt>
                <c:pt idx="403">
                  <c:v>8/1/1980</c:v>
                </c:pt>
                <c:pt idx="404">
                  <c:v>9/1/1980</c:v>
                </c:pt>
                <c:pt idx="405">
                  <c:v>10/1/1980</c:v>
                </c:pt>
                <c:pt idx="406">
                  <c:v>11/1/1980</c:v>
                </c:pt>
                <c:pt idx="407">
                  <c:v>12/1/1980</c:v>
                </c:pt>
                <c:pt idx="408">
                  <c:v>1/1/1981</c:v>
                </c:pt>
                <c:pt idx="409">
                  <c:v>2/1/1981</c:v>
                </c:pt>
                <c:pt idx="410">
                  <c:v>3/1/1981</c:v>
                </c:pt>
                <c:pt idx="411">
                  <c:v>4/1/1981</c:v>
                </c:pt>
                <c:pt idx="412">
                  <c:v>5/1/1981</c:v>
                </c:pt>
                <c:pt idx="413">
                  <c:v>6/1/1981</c:v>
                </c:pt>
                <c:pt idx="414">
                  <c:v>7/1/1981</c:v>
                </c:pt>
                <c:pt idx="415">
                  <c:v>8/1/1981</c:v>
                </c:pt>
                <c:pt idx="416">
                  <c:v>9/1/1981</c:v>
                </c:pt>
                <c:pt idx="417">
                  <c:v>10/1/1981</c:v>
                </c:pt>
                <c:pt idx="418">
                  <c:v>11/1/1981</c:v>
                </c:pt>
                <c:pt idx="419">
                  <c:v>12/1/1981</c:v>
                </c:pt>
                <c:pt idx="420">
                  <c:v>1/1/1982</c:v>
                </c:pt>
                <c:pt idx="421">
                  <c:v>2/1/1982</c:v>
                </c:pt>
                <c:pt idx="422">
                  <c:v>3/1/1982</c:v>
                </c:pt>
                <c:pt idx="423">
                  <c:v>4/1/1982</c:v>
                </c:pt>
                <c:pt idx="424">
                  <c:v>5/1/1982</c:v>
                </c:pt>
                <c:pt idx="425">
                  <c:v>6/1/1982</c:v>
                </c:pt>
                <c:pt idx="426">
                  <c:v>7/1/1982</c:v>
                </c:pt>
                <c:pt idx="427">
                  <c:v>8/1/1982</c:v>
                </c:pt>
                <c:pt idx="428">
                  <c:v>9/1/1982</c:v>
                </c:pt>
                <c:pt idx="429">
                  <c:v>10/1/1982</c:v>
                </c:pt>
                <c:pt idx="430">
                  <c:v>11/1/1982</c:v>
                </c:pt>
                <c:pt idx="431">
                  <c:v>12/1/1982</c:v>
                </c:pt>
                <c:pt idx="432">
                  <c:v>1/1/1983</c:v>
                </c:pt>
                <c:pt idx="433">
                  <c:v>2/1/1983</c:v>
                </c:pt>
                <c:pt idx="434">
                  <c:v>3/1/1983</c:v>
                </c:pt>
                <c:pt idx="435">
                  <c:v>4/1/1983</c:v>
                </c:pt>
                <c:pt idx="436">
                  <c:v>5/1/1983</c:v>
                </c:pt>
                <c:pt idx="437">
                  <c:v>6/1/1983</c:v>
                </c:pt>
                <c:pt idx="438">
                  <c:v>7/1/1983</c:v>
                </c:pt>
                <c:pt idx="439">
                  <c:v>8/1/1983</c:v>
                </c:pt>
                <c:pt idx="440">
                  <c:v>9/1/1983</c:v>
                </c:pt>
                <c:pt idx="441">
                  <c:v>10/1/1983</c:v>
                </c:pt>
                <c:pt idx="442">
                  <c:v>11/1/1983</c:v>
                </c:pt>
                <c:pt idx="443">
                  <c:v>12/1/1983</c:v>
                </c:pt>
                <c:pt idx="444">
                  <c:v>1/1/1984</c:v>
                </c:pt>
                <c:pt idx="445">
                  <c:v>2/1/1984</c:v>
                </c:pt>
                <c:pt idx="446">
                  <c:v>3/1/1984</c:v>
                </c:pt>
                <c:pt idx="447">
                  <c:v>4/1/1984</c:v>
                </c:pt>
                <c:pt idx="448">
                  <c:v>5/1/1984</c:v>
                </c:pt>
                <c:pt idx="449">
                  <c:v>6/1/1984</c:v>
                </c:pt>
                <c:pt idx="450">
                  <c:v>7/1/1984</c:v>
                </c:pt>
                <c:pt idx="451">
                  <c:v>8/1/1984</c:v>
                </c:pt>
                <c:pt idx="452">
                  <c:v>9/1/1984</c:v>
                </c:pt>
                <c:pt idx="453">
                  <c:v>10/1/1984</c:v>
                </c:pt>
                <c:pt idx="454">
                  <c:v>11/1/1984</c:v>
                </c:pt>
                <c:pt idx="455">
                  <c:v>12/1/1984</c:v>
                </c:pt>
                <c:pt idx="456">
                  <c:v>1/1/1985</c:v>
                </c:pt>
                <c:pt idx="457">
                  <c:v>2/1/1985</c:v>
                </c:pt>
                <c:pt idx="458">
                  <c:v>3/1/1985</c:v>
                </c:pt>
                <c:pt idx="459">
                  <c:v>4/1/1985</c:v>
                </c:pt>
                <c:pt idx="460">
                  <c:v>5/1/1985</c:v>
                </c:pt>
                <c:pt idx="461">
                  <c:v>6/1/1985</c:v>
                </c:pt>
                <c:pt idx="462">
                  <c:v>7/1/1985</c:v>
                </c:pt>
                <c:pt idx="463">
                  <c:v>8/1/1985</c:v>
                </c:pt>
                <c:pt idx="464">
                  <c:v>9/1/1985</c:v>
                </c:pt>
                <c:pt idx="465">
                  <c:v>10/1/1985</c:v>
                </c:pt>
                <c:pt idx="466">
                  <c:v>11/1/1985</c:v>
                </c:pt>
                <c:pt idx="467">
                  <c:v>12/1/1985</c:v>
                </c:pt>
                <c:pt idx="468">
                  <c:v>1/1/1986</c:v>
                </c:pt>
                <c:pt idx="469">
                  <c:v>2/1/1986</c:v>
                </c:pt>
                <c:pt idx="470">
                  <c:v>3/1/1986</c:v>
                </c:pt>
                <c:pt idx="471">
                  <c:v>4/1/1986</c:v>
                </c:pt>
                <c:pt idx="472">
                  <c:v>5/1/1986</c:v>
                </c:pt>
                <c:pt idx="473">
                  <c:v>6/1/1986</c:v>
                </c:pt>
                <c:pt idx="474">
                  <c:v>7/1/1986</c:v>
                </c:pt>
                <c:pt idx="475">
                  <c:v>8/1/1986</c:v>
                </c:pt>
                <c:pt idx="476">
                  <c:v>9/1/1986</c:v>
                </c:pt>
                <c:pt idx="477">
                  <c:v>10/1/1986</c:v>
                </c:pt>
                <c:pt idx="478">
                  <c:v>11/1/1986</c:v>
                </c:pt>
                <c:pt idx="479">
                  <c:v>12/1/1986</c:v>
                </c:pt>
                <c:pt idx="480">
                  <c:v>1/1/1987</c:v>
                </c:pt>
                <c:pt idx="481">
                  <c:v>2/1/1987</c:v>
                </c:pt>
                <c:pt idx="482">
                  <c:v>3/1/1987</c:v>
                </c:pt>
                <c:pt idx="483">
                  <c:v>4/1/1987</c:v>
                </c:pt>
                <c:pt idx="484">
                  <c:v>5/1/1987</c:v>
                </c:pt>
                <c:pt idx="485">
                  <c:v>6/1/1987</c:v>
                </c:pt>
                <c:pt idx="486">
                  <c:v>7/1/1987</c:v>
                </c:pt>
                <c:pt idx="487">
                  <c:v>8/1/1987</c:v>
                </c:pt>
                <c:pt idx="488">
                  <c:v>9/1/1987</c:v>
                </c:pt>
                <c:pt idx="489">
                  <c:v>10/1/1987</c:v>
                </c:pt>
                <c:pt idx="490">
                  <c:v>11/1/1987</c:v>
                </c:pt>
                <c:pt idx="491">
                  <c:v>12/1/1987</c:v>
                </c:pt>
                <c:pt idx="492">
                  <c:v>1/1/1988</c:v>
                </c:pt>
                <c:pt idx="493">
                  <c:v>2/1/1988</c:v>
                </c:pt>
                <c:pt idx="494">
                  <c:v>3/1/1988</c:v>
                </c:pt>
                <c:pt idx="495">
                  <c:v>4/1/1988</c:v>
                </c:pt>
                <c:pt idx="496">
                  <c:v>5/1/1988</c:v>
                </c:pt>
                <c:pt idx="497">
                  <c:v>6/1/1988</c:v>
                </c:pt>
                <c:pt idx="498">
                  <c:v>7/1/1988</c:v>
                </c:pt>
                <c:pt idx="499">
                  <c:v>8/1/1988</c:v>
                </c:pt>
                <c:pt idx="500">
                  <c:v>9/1/1988</c:v>
                </c:pt>
                <c:pt idx="501">
                  <c:v>10/1/1988</c:v>
                </c:pt>
                <c:pt idx="502">
                  <c:v>11/1/1988</c:v>
                </c:pt>
                <c:pt idx="503">
                  <c:v>12/1/1988</c:v>
                </c:pt>
                <c:pt idx="504">
                  <c:v>1/1/1989</c:v>
                </c:pt>
                <c:pt idx="505">
                  <c:v>2/1/1989</c:v>
                </c:pt>
                <c:pt idx="506">
                  <c:v>3/1/1989</c:v>
                </c:pt>
                <c:pt idx="507">
                  <c:v>4/1/1989</c:v>
                </c:pt>
                <c:pt idx="508">
                  <c:v>5/1/1989</c:v>
                </c:pt>
                <c:pt idx="509">
                  <c:v>6/1/1989</c:v>
                </c:pt>
                <c:pt idx="510">
                  <c:v>7/1/1989</c:v>
                </c:pt>
                <c:pt idx="511">
                  <c:v>8/1/1989</c:v>
                </c:pt>
                <c:pt idx="512">
                  <c:v>9/1/1989</c:v>
                </c:pt>
                <c:pt idx="513">
                  <c:v>10/1/1989</c:v>
                </c:pt>
                <c:pt idx="514">
                  <c:v>11/1/1989</c:v>
                </c:pt>
                <c:pt idx="515">
                  <c:v>12/1/1989</c:v>
                </c:pt>
                <c:pt idx="516">
                  <c:v>1/1/1990</c:v>
                </c:pt>
                <c:pt idx="517">
                  <c:v>2/1/1990</c:v>
                </c:pt>
                <c:pt idx="518">
                  <c:v>3/1/1990</c:v>
                </c:pt>
                <c:pt idx="519">
                  <c:v>4/1/1990</c:v>
                </c:pt>
                <c:pt idx="520">
                  <c:v>5/1/1990</c:v>
                </c:pt>
                <c:pt idx="521">
                  <c:v>6/1/1990</c:v>
                </c:pt>
                <c:pt idx="522">
                  <c:v>7/1/1990</c:v>
                </c:pt>
                <c:pt idx="523">
                  <c:v>8/1/1990</c:v>
                </c:pt>
                <c:pt idx="524">
                  <c:v>9/1/1990</c:v>
                </c:pt>
                <c:pt idx="525">
                  <c:v>10/1/1990</c:v>
                </c:pt>
                <c:pt idx="526">
                  <c:v>11/1/1990</c:v>
                </c:pt>
                <c:pt idx="527">
                  <c:v>12/1/1990</c:v>
                </c:pt>
                <c:pt idx="528">
                  <c:v>1/1/1991</c:v>
                </c:pt>
                <c:pt idx="529">
                  <c:v>2/1/1991</c:v>
                </c:pt>
                <c:pt idx="530">
                  <c:v>3/1/1991</c:v>
                </c:pt>
                <c:pt idx="531">
                  <c:v>4/1/1991</c:v>
                </c:pt>
                <c:pt idx="532">
                  <c:v>5/1/1991</c:v>
                </c:pt>
                <c:pt idx="533">
                  <c:v>6/1/1991</c:v>
                </c:pt>
                <c:pt idx="534">
                  <c:v>7/1/1991</c:v>
                </c:pt>
                <c:pt idx="535">
                  <c:v>8/1/1991</c:v>
                </c:pt>
                <c:pt idx="536">
                  <c:v>9/1/1991</c:v>
                </c:pt>
                <c:pt idx="537">
                  <c:v>10/1/1991</c:v>
                </c:pt>
                <c:pt idx="538">
                  <c:v>11/1/1991</c:v>
                </c:pt>
                <c:pt idx="539">
                  <c:v>12/1/1991</c:v>
                </c:pt>
                <c:pt idx="540">
                  <c:v>1/1/1992</c:v>
                </c:pt>
                <c:pt idx="541">
                  <c:v>2/1/1992</c:v>
                </c:pt>
                <c:pt idx="542">
                  <c:v>3/1/1992</c:v>
                </c:pt>
                <c:pt idx="543">
                  <c:v>4/1/1992</c:v>
                </c:pt>
                <c:pt idx="544">
                  <c:v>5/1/1992</c:v>
                </c:pt>
                <c:pt idx="545">
                  <c:v>6/1/1992</c:v>
                </c:pt>
                <c:pt idx="546">
                  <c:v>7/1/1992</c:v>
                </c:pt>
                <c:pt idx="547">
                  <c:v>8/1/1992</c:v>
                </c:pt>
                <c:pt idx="548">
                  <c:v>9/1/1992</c:v>
                </c:pt>
                <c:pt idx="549">
                  <c:v>10/1/1992</c:v>
                </c:pt>
                <c:pt idx="550">
                  <c:v>11/1/1992</c:v>
                </c:pt>
                <c:pt idx="551">
                  <c:v>12/1/1992</c:v>
                </c:pt>
                <c:pt idx="552">
                  <c:v>1/1/1993</c:v>
                </c:pt>
                <c:pt idx="553">
                  <c:v>2/1/1993</c:v>
                </c:pt>
                <c:pt idx="554">
                  <c:v>3/1/1993</c:v>
                </c:pt>
                <c:pt idx="555">
                  <c:v>4/1/1993</c:v>
                </c:pt>
                <c:pt idx="556">
                  <c:v>5/1/1993</c:v>
                </c:pt>
                <c:pt idx="557">
                  <c:v>6/1/1993</c:v>
                </c:pt>
                <c:pt idx="558">
                  <c:v>7/1/1993</c:v>
                </c:pt>
                <c:pt idx="559">
                  <c:v>8/1/1993</c:v>
                </c:pt>
                <c:pt idx="560">
                  <c:v>9/1/1993</c:v>
                </c:pt>
                <c:pt idx="561">
                  <c:v>10/1/1993</c:v>
                </c:pt>
                <c:pt idx="562">
                  <c:v>11/1/1993</c:v>
                </c:pt>
                <c:pt idx="563">
                  <c:v>12/1/1993</c:v>
                </c:pt>
                <c:pt idx="564">
                  <c:v>1/1/1994</c:v>
                </c:pt>
                <c:pt idx="565">
                  <c:v>2/1/1994</c:v>
                </c:pt>
                <c:pt idx="566">
                  <c:v>3/1/1994</c:v>
                </c:pt>
                <c:pt idx="567">
                  <c:v>4/1/1994</c:v>
                </c:pt>
                <c:pt idx="568">
                  <c:v>5/1/1994</c:v>
                </c:pt>
                <c:pt idx="569">
                  <c:v>6/1/1994</c:v>
                </c:pt>
                <c:pt idx="570">
                  <c:v>7/1/1994</c:v>
                </c:pt>
                <c:pt idx="571">
                  <c:v>8/1/1994</c:v>
                </c:pt>
                <c:pt idx="572">
                  <c:v>9/1/1994</c:v>
                </c:pt>
                <c:pt idx="573">
                  <c:v>10/1/1994</c:v>
                </c:pt>
                <c:pt idx="574">
                  <c:v>11/1/1994</c:v>
                </c:pt>
                <c:pt idx="575">
                  <c:v>12/1/1994</c:v>
                </c:pt>
                <c:pt idx="576">
                  <c:v>1/1/1995</c:v>
                </c:pt>
                <c:pt idx="577">
                  <c:v>2/1/1995</c:v>
                </c:pt>
                <c:pt idx="578">
                  <c:v>3/1/1995</c:v>
                </c:pt>
                <c:pt idx="579">
                  <c:v>4/1/1995</c:v>
                </c:pt>
                <c:pt idx="580">
                  <c:v>5/1/1995</c:v>
                </c:pt>
                <c:pt idx="581">
                  <c:v>6/1/1995</c:v>
                </c:pt>
                <c:pt idx="582">
                  <c:v>7/1/1995</c:v>
                </c:pt>
                <c:pt idx="583">
                  <c:v>8/1/1995</c:v>
                </c:pt>
                <c:pt idx="584">
                  <c:v>9/1/1995</c:v>
                </c:pt>
                <c:pt idx="585">
                  <c:v>10/1/1995</c:v>
                </c:pt>
                <c:pt idx="586">
                  <c:v>11/1/1995</c:v>
                </c:pt>
                <c:pt idx="587">
                  <c:v>12/1/1995</c:v>
                </c:pt>
                <c:pt idx="588">
                  <c:v>1/1/1996</c:v>
                </c:pt>
                <c:pt idx="589">
                  <c:v>2/1/1996</c:v>
                </c:pt>
                <c:pt idx="590">
                  <c:v>3/1/1996</c:v>
                </c:pt>
                <c:pt idx="591">
                  <c:v>4/1/1996</c:v>
                </c:pt>
                <c:pt idx="592">
                  <c:v>5/1/1996</c:v>
                </c:pt>
                <c:pt idx="593">
                  <c:v>6/1/1996</c:v>
                </c:pt>
                <c:pt idx="594">
                  <c:v>7/1/1996</c:v>
                </c:pt>
                <c:pt idx="595">
                  <c:v>8/1/1996</c:v>
                </c:pt>
                <c:pt idx="596">
                  <c:v>9/1/1996</c:v>
                </c:pt>
                <c:pt idx="597">
                  <c:v>10/1/1996</c:v>
                </c:pt>
                <c:pt idx="598">
                  <c:v>11/1/1996</c:v>
                </c:pt>
                <c:pt idx="599">
                  <c:v>12/1/1996</c:v>
                </c:pt>
                <c:pt idx="600">
                  <c:v>1/1/1997</c:v>
                </c:pt>
                <c:pt idx="601">
                  <c:v>2/1/1997</c:v>
                </c:pt>
                <c:pt idx="602">
                  <c:v>3/1/1997</c:v>
                </c:pt>
                <c:pt idx="603">
                  <c:v>4/1/1997</c:v>
                </c:pt>
                <c:pt idx="604">
                  <c:v>5/1/1997</c:v>
                </c:pt>
                <c:pt idx="605">
                  <c:v>6/1/1997</c:v>
                </c:pt>
                <c:pt idx="606">
                  <c:v>7/1/1997</c:v>
                </c:pt>
                <c:pt idx="607">
                  <c:v>8/1/1997</c:v>
                </c:pt>
                <c:pt idx="608">
                  <c:v>9/1/1997</c:v>
                </c:pt>
                <c:pt idx="609">
                  <c:v>10/1/1997</c:v>
                </c:pt>
                <c:pt idx="610">
                  <c:v>11/1/1997</c:v>
                </c:pt>
                <c:pt idx="611">
                  <c:v>12/1/1997</c:v>
                </c:pt>
                <c:pt idx="612">
                  <c:v>1/1/1998</c:v>
                </c:pt>
                <c:pt idx="613">
                  <c:v>2/1/1998</c:v>
                </c:pt>
                <c:pt idx="614">
                  <c:v>3/1/1998</c:v>
                </c:pt>
                <c:pt idx="615">
                  <c:v>4/1/1998</c:v>
                </c:pt>
                <c:pt idx="616">
                  <c:v>5/1/1998</c:v>
                </c:pt>
                <c:pt idx="617">
                  <c:v>6/1/1998</c:v>
                </c:pt>
                <c:pt idx="618">
                  <c:v>7/1/1998</c:v>
                </c:pt>
                <c:pt idx="619">
                  <c:v>8/1/1998</c:v>
                </c:pt>
                <c:pt idx="620">
                  <c:v>9/1/1998</c:v>
                </c:pt>
                <c:pt idx="621">
                  <c:v>10/1/1998</c:v>
                </c:pt>
                <c:pt idx="622">
                  <c:v>11/1/1998</c:v>
                </c:pt>
                <c:pt idx="623">
                  <c:v>12/1/1998</c:v>
                </c:pt>
                <c:pt idx="624">
                  <c:v>1/1/1999</c:v>
                </c:pt>
                <c:pt idx="625">
                  <c:v>2/1/1999</c:v>
                </c:pt>
                <c:pt idx="626">
                  <c:v>3/1/1999</c:v>
                </c:pt>
                <c:pt idx="627">
                  <c:v>4/1/1999</c:v>
                </c:pt>
                <c:pt idx="628">
                  <c:v>5/1/1999</c:v>
                </c:pt>
                <c:pt idx="629">
                  <c:v>6/1/1999</c:v>
                </c:pt>
                <c:pt idx="630">
                  <c:v>7/1/1999</c:v>
                </c:pt>
                <c:pt idx="631">
                  <c:v>8/1/1999</c:v>
                </c:pt>
                <c:pt idx="632">
                  <c:v>9/1/1999</c:v>
                </c:pt>
                <c:pt idx="633">
                  <c:v>10/1/1999</c:v>
                </c:pt>
                <c:pt idx="634">
                  <c:v>11/1/1999</c:v>
                </c:pt>
                <c:pt idx="635">
                  <c:v>12/1/1999</c:v>
                </c:pt>
                <c:pt idx="636">
                  <c:v>1/1/2000</c:v>
                </c:pt>
                <c:pt idx="637">
                  <c:v>2/1/2000</c:v>
                </c:pt>
                <c:pt idx="638">
                  <c:v>3/1/2000</c:v>
                </c:pt>
                <c:pt idx="639">
                  <c:v>4/1/2000</c:v>
                </c:pt>
                <c:pt idx="640">
                  <c:v>5/1/2000</c:v>
                </c:pt>
                <c:pt idx="641">
                  <c:v>6/1/2000</c:v>
                </c:pt>
                <c:pt idx="642">
                  <c:v>7/1/2000</c:v>
                </c:pt>
                <c:pt idx="643">
                  <c:v>8/1/2000</c:v>
                </c:pt>
                <c:pt idx="644">
                  <c:v>9/1/2000</c:v>
                </c:pt>
                <c:pt idx="645">
                  <c:v>10/1/2000</c:v>
                </c:pt>
                <c:pt idx="646">
                  <c:v>11/1/2000</c:v>
                </c:pt>
                <c:pt idx="647">
                  <c:v>12/1/2000</c:v>
                </c:pt>
                <c:pt idx="648">
                  <c:v>1/1/2001</c:v>
                </c:pt>
                <c:pt idx="649">
                  <c:v>2/1/2001</c:v>
                </c:pt>
                <c:pt idx="650">
                  <c:v>3/1/2001</c:v>
                </c:pt>
                <c:pt idx="651">
                  <c:v>4/1/2001</c:v>
                </c:pt>
                <c:pt idx="652">
                  <c:v>5/1/2001</c:v>
                </c:pt>
                <c:pt idx="653">
                  <c:v>6/1/2001</c:v>
                </c:pt>
                <c:pt idx="654">
                  <c:v>7/1/2001</c:v>
                </c:pt>
                <c:pt idx="655">
                  <c:v>8/1/2001</c:v>
                </c:pt>
                <c:pt idx="656">
                  <c:v>9/1/2001</c:v>
                </c:pt>
                <c:pt idx="657">
                  <c:v>10/1/2001</c:v>
                </c:pt>
                <c:pt idx="658">
                  <c:v>11/1/2001</c:v>
                </c:pt>
                <c:pt idx="659">
                  <c:v>12/1/2001</c:v>
                </c:pt>
                <c:pt idx="660">
                  <c:v>1/1/2002</c:v>
                </c:pt>
                <c:pt idx="661">
                  <c:v>2/1/2002</c:v>
                </c:pt>
                <c:pt idx="662">
                  <c:v>3/1/2002</c:v>
                </c:pt>
                <c:pt idx="663">
                  <c:v>4/1/2002</c:v>
                </c:pt>
                <c:pt idx="664">
                  <c:v>5/1/2002</c:v>
                </c:pt>
                <c:pt idx="665">
                  <c:v>6/1/2002</c:v>
                </c:pt>
                <c:pt idx="666">
                  <c:v>7/1/2002</c:v>
                </c:pt>
                <c:pt idx="667">
                  <c:v>8/1/2002</c:v>
                </c:pt>
                <c:pt idx="668">
                  <c:v>9/1/2002</c:v>
                </c:pt>
                <c:pt idx="669">
                  <c:v>10/1/2002</c:v>
                </c:pt>
                <c:pt idx="670">
                  <c:v>11/1/2002</c:v>
                </c:pt>
                <c:pt idx="671">
                  <c:v>12/1/2002</c:v>
                </c:pt>
                <c:pt idx="672">
                  <c:v>1/1/2003</c:v>
                </c:pt>
                <c:pt idx="673">
                  <c:v>2/1/2003</c:v>
                </c:pt>
                <c:pt idx="674">
                  <c:v>3/1/2003</c:v>
                </c:pt>
                <c:pt idx="675">
                  <c:v>4/1/2003</c:v>
                </c:pt>
                <c:pt idx="676">
                  <c:v>5/1/2003</c:v>
                </c:pt>
                <c:pt idx="677">
                  <c:v>6/1/2003</c:v>
                </c:pt>
                <c:pt idx="678">
                  <c:v>7/1/2003</c:v>
                </c:pt>
                <c:pt idx="679">
                  <c:v>8/1/2003</c:v>
                </c:pt>
                <c:pt idx="680">
                  <c:v>9/1/2003</c:v>
                </c:pt>
                <c:pt idx="681">
                  <c:v>10/1/2003</c:v>
                </c:pt>
                <c:pt idx="682">
                  <c:v>11/1/2003</c:v>
                </c:pt>
                <c:pt idx="683">
                  <c:v>12/1/2003</c:v>
                </c:pt>
                <c:pt idx="684">
                  <c:v>1/1/2004</c:v>
                </c:pt>
                <c:pt idx="685">
                  <c:v>2/1/2004</c:v>
                </c:pt>
                <c:pt idx="686">
                  <c:v>3/1/2004</c:v>
                </c:pt>
                <c:pt idx="687">
                  <c:v>4/1/2004</c:v>
                </c:pt>
                <c:pt idx="688">
                  <c:v>5/1/2004</c:v>
                </c:pt>
                <c:pt idx="689">
                  <c:v>6/1/2004</c:v>
                </c:pt>
                <c:pt idx="690">
                  <c:v>7/1/2004</c:v>
                </c:pt>
                <c:pt idx="691">
                  <c:v>8/1/2004</c:v>
                </c:pt>
                <c:pt idx="692">
                  <c:v>9/1/2004</c:v>
                </c:pt>
                <c:pt idx="693">
                  <c:v>10/1/2004</c:v>
                </c:pt>
                <c:pt idx="694">
                  <c:v>11/1/2004</c:v>
                </c:pt>
                <c:pt idx="695">
                  <c:v>12/1/2004</c:v>
                </c:pt>
                <c:pt idx="696">
                  <c:v>1/1/2005</c:v>
                </c:pt>
                <c:pt idx="697">
                  <c:v>2/1/2005</c:v>
                </c:pt>
                <c:pt idx="698">
                  <c:v>3/1/2005</c:v>
                </c:pt>
                <c:pt idx="699">
                  <c:v>4/1/2005</c:v>
                </c:pt>
                <c:pt idx="700">
                  <c:v>5/1/2005</c:v>
                </c:pt>
                <c:pt idx="701">
                  <c:v>6/1/2005</c:v>
                </c:pt>
                <c:pt idx="702">
                  <c:v>7/1/2005</c:v>
                </c:pt>
                <c:pt idx="703">
                  <c:v>8/1/2005</c:v>
                </c:pt>
                <c:pt idx="704">
                  <c:v>9/1/2005</c:v>
                </c:pt>
                <c:pt idx="705">
                  <c:v>10/1/2005</c:v>
                </c:pt>
                <c:pt idx="706">
                  <c:v>11/1/2005</c:v>
                </c:pt>
                <c:pt idx="707">
                  <c:v>12/1/2005</c:v>
                </c:pt>
                <c:pt idx="708">
                  <c:v>1/1/2006</c:v>
                </c:pt>
                <c:pt idx="709">
                  <c:v>2/1/2006</c:v>
                </c:pt>
                <c:pt idx="710">
                  <c:v>3/1/2006</c:v>
                </c:pt>
                <c:pt idx="711">
                  <c:v>4/1/2006</c:v>
                </c:pt>
                <c:pt idx="712">
                  <c:v>5/1/2006</c:v>
                </c:pt>
                <c:pt idx="713">
                  <c:v>6/1/2006</c:v>
                </c:pt>
                <c:pt idx="714">
                  <c:v>7/1/2006</c:v>
                </c:pt>
                <c:pt idx="715">
                  <c:v>8/1/2006</c:v>
                </c:pt>
                <c:pt idx="716">
                  <c:v>9/1/2006</c:v>
                </c:pt>
                <c:pt idx="717">
                  <c:v>10/1/2006</c:v>
                </c:pt>
                <c:pt idx="718">
                  <c:v>11/1/2006</c:v>
                </c:pt>
                <c:pt idx="719">
                  <c:v>12/1/2006</c:v>
                </c:pt>
                <c:pt idx="720">
                  <c:v>1/1/2007</c:v>
                </c:pt>
                <c:pt idx="721">
                  <c:v>2/1/2007</c:v>
                </c:pt>
                <c:pt idx="722">
                  <c:v>3/1/2007</c:v>
                </c:pt>
                <c:pt idx="723">
                  <c:v>4/1/2007</c:v>
                </c:pt>
                <c:pt idx="724">
                  <c:v>5/1/2007</c:v>
                </c:pt>
                <c:pt idx="725">
                  <c:v>6/1/2007</c:v>
                </c:pt>
                <c:pt idx="726">
                  <c:v>7/1/2007</c:v>
                </c:pt>
                <c:pt idx="727">
                  <c:v>8/1/2007</c:v>
                </c:pt>
                <c:pt idx="728">
                  <c:v>9/1/2007</c:v>
                </c:pt>
                <c:pt idx="729">
                  <c:v>10/1/2007</c:v>
                </c:pt>
                <c:pt idx="730">
                  <c:v>11/1/2007</c:v>
                </c:pt>
                <c:pt idx="731">
                  <c:v>12/1/2007</c:v>
                </c:pt>
                <c:pt idx="732">
                  <c:v>1/1/2008</c:v>
                </c:pt>
                <c:pt idx="733">
                  <c:v>2/1/2008</c:v>
                </c:pt>
                <c:pt idx="734">
                  <c:v>3/1/2008</c:v>
                </c:pt>
                <c:pt idx="735">
                  <c:v>4/1/2008</c:v>
                </c:pt>
                <c:pt idx="736">
                  <c:v>5/1/2008</c:v>
                </c:pt>
                <c:pt idx="737">
                  <c:v>6/1/2008</c:v>
                </c:pt>
                <c:pt idx="738">
                  <c:v>7/1/2008</c:v>
                </c:pt>
                <c:pt idx="739">
                  <c:v>8/1/2008</c:v>
                </c:pt>
                <c:pt idx="740">
                  <c:v>9/1/2008</c:v>
                </c:pt>
                <c:pt idx="741">
                  <c:v>10/1/2008</c:v>
                </c:pt>
                <c:pt idx="742">
                  <c:v>11/1/2008</c:v>
                </c:pt>
                <c:pt idx="743">
                  <c:v>12/1/2008</c:v>
                </c:pt>
                <c:pt idx="744">
                  <c:v>1/1/2009</c:v>
                </c:pt>
                <c:pt idx="745">
                  <c:v>2/1/2009</c:v>
                </c:pt>
                <c:pt idx="746">
                  <c:v>3/1/2009</c:v>
                </c:pt>
                <c:pt idx="747">
                  <c:v>4/1/2009</c:v>
                </c:pt>
                <c:pt idx="748">
                  <c:v>5/1/2009</c:v>
                </c:pt>
                <c:pt idx="749">
                  <c:v>6/1/2009</c:v>
                </c:pt>
                <c:pt idx="750">
                  <c:v>7/1/2009</c:v>
                </c:pt>
                <c:pt idx="751">
                  <c:v>8/1/2009</c:v>
                </c:pt>
                <c:pt idx="752">
                  <c:v>9/1/2009</c:v>
                </c:pt>
                <c:pt idx="753">
                  <c:v>10/1/2009</c:v>
                </c:pt>
                <c:pt idx="754">
                  <c:v>11/1/2009</c:v>
                </c:pt>
                <c:pt idx="755">
                  <c:v>12/1/2009</c:v>
                </c:pt>
                <c:pt idx="756">
                  <c:v>1/1/2010</c:v>
                </c:pt>
                <c:pt idx="757">
                  <c:v>2/1/2010</c:v>
                </c:pt>
                <c:pt idx="758">
                  <c:v>3/1/2010</c:v>
                </c:pt>
                <c:pt idx="759">
                  <c:v>4/1/2010</c:v>
                </c:pt>
                <c:pt idx="760">
                  <c:v>5/1/2010</c:v>
                </c:pt>
                <c:pt idx="761">
                  <c:v>6/1/2010</c:v>
                </c:pt>
                <c:pt idx="762">
                  <c:v>7/1/2010</c:v>
                </c:pt>
                <c:pt idx="763">
                  <c:v>8/1/2010</c:v>
                </c:pt>
                <c:pt idx="764">
                  <c:v>9/1/2010</c:v>
                </c:pt>
                <c:pt idx="765">
                  <c:v>10/1/2010</c:v>
                </c:pt>
                <c:pt idx="766">
                  <c:v>11/1/2010</c:v>
                </c:pt>
                <c:pt idx="767">
                  <c:v>12/1/2010</c:v>
                </c:pt>
                <c:pt idx="768">
                  <c:v>1/1/2011</c:v>
                </c:pt>
                <c:pt idx="769">
                  <c:v>2/1/2011</c:v>
                </c:pt>
                <c:pt idx="770">
                  <c:v>3/1/2011</c:v>
                </c:pt>
                <c:pt idx="771">
                  <c:v>4/1/2011</c:v>
                </c:pt>
                <c:pt idx="772">
                  <c:v>5/1/2011</c:v>
                </c:pt>
                <c:pt idx="773">
                  <c:v>6/1/2011</c:v>
                </c:pt>
                <c:pt idx="774">
                  <c:v>7/1/2011</c:v>
                </c:pt>
                <c:pt idx="775">
                  <c:v>8/1/2011</c:v>
                </c:pt>
                <c:pt idx="776">
                  <c:v>9/1/2011</c:v>
                </c:pt>
                <c:pt idx="777">
                  <c:v>10/1/2011</c:v>
                </c:pt>
                <c:pt idx="778">
                  <c:v>11/1/2011</c:v>
                </c:pt>
                <c:pt idx="779">
                  <c:v>12/1/2011</c:v>
                </c:pt>
                <c:pt idx="780">
                  <c:v>1/1/2012</c:v>
                </c:pt>
                <c:pt idx="781">
                  <c:v>2/1/2012</c:v>
                </c:pt>
                <c:pt idx="782">
                  <c:v>3/1/2012</c:v>
                </c:pt>
                <c:pt idx="783">
                  <c:v>4/1/2012</c:v>
                </c:pt>
                <c:pt idx="784">
                  <c:v>5/1/2012</c:v>
                </c:pt>
                <c:pt idx="785">
                  <c:v>6/1/2012</c:v>
                </c:pt>
                <c:pt idx="786">
                  <c:v>7/1/2012</c:v>
                </c:pt>
                <c:pt idx="787">
                  <c:v>8/1/2012</c:v>
                </c:pt>
                <c:pt idx="788">
                  <c:v>9/1/2012</c:v>
                </c:pt>
                <c:pt idx="789">
                  <c:v>10/1/2012</c:v>
                </c:pt>
                <c:pt idx="790">
                  <c:v>11/1/2012</c:v>
                </c:pt>
                <c:pt idx="791">
                  <c:v>12/1/2012</c:v>
                </c:pt>
                <c:pt idx="792">
                  <c:v>1/1/2013</c:v>
                </c:pt>
                <c:pt idx="793">
                  <c:v>2/1/2013</c:v>
                </c:pt>
                <c:pt idx="794">
                  <c:v>3/1/2013</c:v>
                </c:pt>
                <c:pt idx="795">
                  <c:v>4/1/2013</c:v>
                </c:pt>
                <c:pt idx="796">
                  <c:v>5/1/2013</c:v>
                </c:pt>
                <c:pt idx="797">
                  <c:v>6/1/2013</c:v>
                </c:pt>
                <c:pt idx="798">
                  <c:v>7/1/2013</c:v>
                </c:pt>
                <c:pt idx="799">
                  <c:v>8/1/2013</c:v>
                </c:pt>
                <c:pt idx="800">
                  <c:v>9/1/2013</c:v>
                </c:pt>
                <c:pt idx="801">
                  <c:v>10/1/2013</c:v>
                </c:pt>
                <c:pt idx="802">
                  <c:v>11/1/2013</c:v>
                </c:pt>
                <c:pt idx="803">
                  <c:v>12/1/2013</c:v>
                </c:pt>
                <c:pt idx="804">
                  <c:v>1/1/2014</c:v>
                </c:pt>
                <c:pt idx="805">
                  <c:v>2/1/2014</c:v>
                </c:pt>
                <c:pt idx="806">
                  <c:v>3/1/2014</c:v>
                </c:pt>
                <c:pt idx="807">
                  <c:v>4/1/2014</c:v>
                </c:pt>
                <c:pt idx="808">
                  <c:v>5/1/2014</c:v>
                </c:pt>
                <c:pt idx="809">
                  <c:v>6/1/2014</c:v>
                </c:pt>
                <c:pt idx="810">
                  <c:v>7/1/2014</c:v>
                </c:pt>
                <c:pt idx="811">
                  <c:v>8/1/2014</c:v>
                </c:pt>
                <c:pt idx="812">
                  <c:v>9/1/2014</c:v>
                </c:pt>
                <c:pt idx="813">
                  <c:v>10/1/2014</c:v>
                </c:pt>
                <c:pt idx="814">
                  <c:v>11/1/2014</c:v>
                </c:pt>
                <c:pt idx="815">
                  <c:v>12/1/2014</c:v>
                </c:pt>
                <c:pt idx="816">
                  <c:v>1/1/2015</c:v>
                </c:pt>
                <c:pt idx="817">
                  <c:v>2/1/2015</c:v>
                </c:pt>
                <c:pt idx="818">
                  <c:v>3/1/2015</c:v>
                </c:pt>
                <c:pt idx="819">
                  <c:v>4/1/2015</c:v>
                </c:pt>
                <c:pt idx="820">
                  <c:v>5/1/2015</c:v>
                </c:pt>
                <c:pt idx="821">
                  <c:v>6/1/2015</c:v>
                </c:pt>
                <c:pt idx="822">
                  <c:v>7/1/2015</c:v>
                </c:pt>
                <c:pt idx="823">
                  <c:v>8/1/2015</c:v>
                </c:pt>
                <c:pt idx="824">
                  <c:v>9/1/2015</c:v>
                </c:pt>
                <c:pt idx="825">
                  <c:v>10/1/2015</c:v>
                </c:pt>
                <c:pt idx="826">
                  <c:v>11/1/2015</c:v>
                </c:pt>
                <c:pt idx="827">
                  <c:v>12/1/2015</c:v>
                </c:pt>
                <c:pt idx="828">
                  <c:v>1/1/2016</c:v>
                </c:pt>
                <c:pt idx="829">
                  <c:v>2/1/2016</c:v>
                </c:pt>
                <c:pt idx="830">
                  <c:v>3/1/2016</c:v>
                </c:pt>
                <c:pt idx="831">
                  <c:v>4/1/2016</c:v>
                </c:pt>
                <c:pt idx="832">
                  <c:v>5/1/2016</c:v>
                </c:pt>
                <c:pt idx="833">
                  <c:v>6/1/2016</c:v>
                </c:pt>
                <c:pt idx="834">
                  <c:v>7/1/2016</c:v>
                </c:pt>
                <c:pt idx="835">
                  <c:v>8/1/2016</c:v>
                </c:pt>
                <c:pt idx="836">
                  <c:v>9/1/2016</c:v>
                </c:pt>
                <c:pt idx="837">
                  <c:v>10/1/2016</c:v>
                </c:pt>
                <c:pt idx="838">
                  <c:v>11/1/2016</c:v>
                </c:pt>
                <c:pt idx="839">
                  <c:v>12/1/2016</c:v>
                </c:pt>
                <c:pt idx="840">
                  <c:v>1/1/2017</c:v>
                </c:pt>
                <c:pt idx="841">
                  <c:v>2/1/2017</c:v>
                </c:pt>
                <c:pt idx="842">
                  <c:v>3/1/2017</c:v>
                </c:pt>
                <c:pt idx="843">
                  <c:v>4/1/2017</c:v>
                </c:pt>
                <c:pt idx="844">
                  <c:v>5/1/2017</c:v>
                </c:pt>
                <c:pt idx="845">
                  <c:v>6/1/2017</c:v>
                </c:pt>
                <c:pt idx="846">
                  <c:v>7/1/2017</c:v>
                </c:pt>
                <c:pt idx="847">
                  <c:v>8/1/2017</c:v>
                </c:pt>
                <c:pt idx="848">
                  <c:v>9/1/2017</c:v>
                </c:pt>
                <c:pt idx="849">
                  <c:v>10/1/2017</c:v>
                </c:pt>
                <c:pt idx="850">
                  <c:v>11/1/2017</c:v>
                </c:pt>
                <c:pt idx="851">
                  <c:v>12/1/2017</c:v>
                </c:pt>
                <c:pt idx="852">
                  <c:v>1/1/2018</c:v>
                </c:pt>
                <c:pt idx="853">
                  <c:v>2/1/2018</c:v>
                </c:pt>
                <c:pt idx="854">
                  <c:v>3/1/2018</c:v>
                </c:pt>
                <c:pt idx="855">
                  <c:v>4/1/2018</c:v>
                </c:pt>
                <c:pt idx="856">
                  <c:v>5/1/2018</c:v>
                </c:pt>
                <c:pt idx="857">
                  <c:v>6/1/2018</c:v>
                </c:pt>
                <c:pt idx="858">
                  <c:v>7/1/2018</c:v>
                </c:pt>
                <c:pt idx="859">
                  <c:v>8/1/2018</c:v>
                </c:pt>
                <c:pt idx="860">
                  <c:v>9/1/2018</c:v>
                </c:pt>
                <c:pt idx="861">
                  <c:v>10/1/2018</c:v>
                </c:pt>
                <c:pt idx="862">
                  <c:v>11/1/2018</c:v>
                </c:pt>
                <c:pt idx="863">
                  <c:v>12/1/2018</c:v>
                </c:pt>
                <c:pt idx="864">
                  <c:v>1/1/2019</c:v>
                </c:pt>
                <c:pt idx="865">
                  <c:v>2/1/2019</c:v>
                </c:pt>
                <c:pt idx="866">
                  <c:v>3/1/2019</c:v>
                </c:pt>
                <c:pt idx="867">
                  <c:v>4/1/2019</c:v>
                </c:pt>
                <c:pt idx="868">
                  <c:v>5/1/2019</c:v>
                </c:pt>
                <c:pt idx="869">
                  <c:v>6/1/2019</c:v>
                </c:pt>
                <c:pt idx="870">
                  <c:v>7/1/2019</c:v>
                </c:pt>
                <c:pt idx="871">
                  <c:v>8/1/2019</c:v>
                </c:pt>
                <c:pt idx="872">
                  <c:v>9/1/2019</c:v>
                </c:pt>
                <c:pt idx="873">
                  <c:v>10/1/2019</c:v>
                </c:pt>
                <c:pt idx="874">
                  <c:v>11/1/2019</c:v>
                </c:pt>
                <c:pt idx="875">
                  <c:v>12/1/2019</c:v>
                </c:pt>
                <c:pt idx="876">
                  <c:v>1/1/2020</c:v>
                </c:pt>
                <c:pt idx="877">
                  <c:v>2/1/2020</c:v>
                </c:pt>
                <c:pt idx="878">
                  <c:v>3/1/2020</c:v>
                </c:pt>
                <c:pt idx="879">
                  <c:v>4/1/2020</c:v>
                </c:pt>
                <c:pt idx="880">
                  <c:v>5/1/2020</c:v>
                </c:pt>
                <c:pt idx="881">
                  <c:v>6/1/2020</c:v>
                </c:pt>
                <c:pt idx="882">
                  <c:v>7/1/2020</c:v>
                </c:pt>
                <c:pt idx="883">
                  <c:v>8/1/2020</c:v>
                </c:pt>
                <c:pt idx="884">
                  <c:v>9/1/2020</c:v>
                </c:pt>
                <c:pt idx="885">
                  <c:v>10/1/2020</c:v>
                </c:pt>
                <c:pt idx="886">
                  <c:v>11/1/2020</c:v>
                </c:pt>
                <c:pt idx="887">
                  <c:v>12/1/2020</c:v>
                </c:pt>
                <c:pt idx="888">
                  <c:v>1/1/2021</c:v>
                </c:pt>
                <c:pt idx="889">
                  <c:v>2/1/2021</c:v>
                </c:pt>
                <c:pt idx="890">
                  <c:v>3/1/2021</c:v>
                </c:pt>
                <c:pt idx="891">
                  <c:v>4/1/2021</c:v>
                </c:pt>
                <c:pt idx="892">
                  <c:v>5/1/2021</c:v>
                </c:pt>
                <c:pt idx="893">
                  <c:v>6/1/2021</c:v>
                </c:pt>
                <c:pt idx="894">
                  <c:v>7/1/2021</c:v>
                </c:pt>
                <c:pt idx="895">
                  <c:v>8/1/2021</c:v>
                </c:pt>
                <c:pt idx="896">
                  <c:v>9/1/2021</c:v>
                </c:pt>
                <c:pt idx="897">
                  <c:v>10/1/2021</c:v>
                </c:pt>
                <c:pt idx="898">
                  <c:v>11/1/2021</c:v>
                </c:pt>
                <c:pt idx="899">
                  <c:v>12/1/2021</c:v>
                </c:pt>
                <c:pt idx="900">
                  <c:v>1/1/2022</c:v>
                </c:pt>
                <c:pt idx="901">
                  <c:v>2/1/2022</c:v>
                </c:pt>
                <c:pt idx="902">
                  <c:v>3/1/2022</c:v>
                </c:pt>
                <c:pt idx="903">
                  <c:v>4/1/2022</c:v>
                </c:pt>
                <c:pt idx="904">
                  <c:v>5/1/2022</c:v>
                </c:pt>
                <c:pt idx="905">
                  <c:v>6/1/2022</c:v>
                </c:pt>
                <c:pt idx="906">
                  <c:v>7/1/2022</c:v>
                </c:pt>
                <c:pt idx="907">
                  <c:v>8/1/2022</c:v>
                </c:pt>
                <c:pt idx="908">
                  <c:v>9/1/2022</c:v>
                </c:pt>
                <c:pt idx="909">
                  <c:v>10/1/2022</c:v>
                </c:pt>
                <c:pt idx="910">
                  <c:v>11/1/2022</c:v>
                </c:pt>
                <c:pt idx="911">
                  <c:v>12/1/2022</c:v>
                </c:pt>
                <c:pt idx="912">
                  <c:v>1/1/2023</c:v>
                </c:pt>
                <c:pt idx="913">
                  <c:v>2/1/2023</c:v>
                </c:pt>
                <c:pt idx="914">
                  <c:v>3/1/2023</c:v>
                </c:pt>
                <c:pt idx="915">
                  <c:v>4/1/2023</c:v>
                </c:pt>
                <c:pt idx="916">
                  <c:v>5/1/2023</c:v>
                </c:pt>
                <c:pt idx="917">
                  <c:v>6/1/2023</c:v>
                </c:pt>
                <c:pt idx="918">
                  <c:v>7/1/2023</c:v>
                </c:pt>
                <c:pt idx="919">
                  <c:v>8/1/2023</c:v>
                </c:pt>
                <c:pt idx="920">
                  <c:v>9/1/2023</c:v>
                </c:pt>
                <c:pt idx="921">
                  <c:v>10/1/2023</c:v>
                </c:pt>
                <c:pt idx="922">
                  <c:v>11/1/2023</c:v>
                </c:pt>
                <c:pt idx="923">
                  <c:v>12/1/2023</c:v>
                </c:pt>
                <c:pt idx="924">
                  <c:v>1/1/2024</c:v>
                </c:pt>
                <c:pt idx="925">
                  <c:v>2/1/2024</c:v>
                </c:pt>
                <c:pt idx="926">
                  <c:v>3/1/2024</c:v>
                </c:pt>
                <c:pt idx="927">
                  <c:v>4/1/2024</c:v>
                </c:pt>
                <c:pt idx="928">
                  <c:v>5/1/2024</c:v>
                </c:pt>
                <c:pt idx="929">
                  <c:v>6/1/2024</c:v>
                </c:pt>
                <c:pt idx="930">
                  <c:v>7/1/2024</c:v>
                </c:pt>
                <c:pt idx="931">
                  <c:v>8/1/2024</c:v>
                </c:pt>
                <c:pt idx="932">
                  <c:v>9/1/2024</c:v>
                </c:pt>
                <c:pt idx="933">
                  <c:v>10/1/2024</c:v>
                </c:pt>
                <c:pt idx="934">
                  <c:v>11/1/2024</c:v>
                </c:pt>
                <c:pt idx="935">
                  <c:v>12/1/2024</c:v>
                </c:pt>
                <c:pt idx="936">
                  <c:v>1/1/2025</c:v>
                </c:pt>
                <c:pt idx="937">
                  <c:v>2/1/2025</c:v>
                </c:pt>
                <c:pt idx="938">
                  <c:v>3/1/2025</c:v>
                </c:pt>
                <c:pt idx="939">
                  <c:v>4/1/2025</c:v>
                </c:pt>
                <c:pt idx="940">
                  <c:v>5/1/2025</c:v>
                </c:pt>
                <c:pt idx="941">
                  <c:v>6/1/2025</c:v>
                </c:pt>
                <c:pt idx="942">
                  <c:v>7/1/2025</c:v>
                </c:pt>
                <c:pt idx="943">
                  <c:v>8/1/2025</c:v>
                </c:pt>
                <c:pt idx="944">
                  <c:v>9/1/2025</c:v>
                </c:pt>
              </c:strCache>
            </c:strRef>
          </c:cat>
          <c:val>
            <c:numRef>
              <c:f>Sheet1!$B$3:$B$948</c:f>
              <c:numCache>
                <c:formatCode>General</c:formatCode>
                <c:ptCount val="945"/>
                <c:pt idx="0">
                  <c:v>21.48</c:v>
                </c:pt>
                <c:pt idx="1">
                  <c:v>21.62</c:v>
                </c:pt>
                <c:pt idx="2">
                  <c:v>22</c:v>
                </c:pt>
                <c:pt idx="3">
                  <c:v>22</c:v>
                </c:pt>
                <c:pt idx="4">
                  <c:v>21.95</c:v>
                </c:pt>
                <c:pt idx="5">
                  <c:v>22.08</c:v>
                </c:pt>
                <c:pt idx="6">
                  <c:v>22.23</c:v>
                </c:pt>
                <c:pt idx="7">
                  <c:v>22.4</c:v>
                </c:pt>
                <c:pt idx="8">
                  <c:v>22.84</c:v>
                </c:pt>
                <c:pt idx="9">
                  <c:v>22.91</c:v>
                </c:pt>
                <c:pt idx="10">
                  <c:v>23.06</c:v>
                </c:pt>
                <c:pt idx="11">
                  <c:v>23.41</c:v>
                </c:pt>
                <c:pt idx="12">
                  <c:v>23.68</c:v>
                </c:pt>
                <c:pt idx="13">
                  <c:v>23.67</c:v>
                </c:pt>
                <c:pt idx="14">
                  <c:v>23.5</c:v>
                </c:pt>
                <c:pt idx="15">
                  <c:v>23.82</c:v>
                </c:pt>
                <c:pt idx="16">
                  <c:v>24.01</c:v>
                </c:pt>
                <c:pt idx="17">
                  <c:v>24.15</c:v>
                </c:pt>
                <c:pt idx="18">
                  <c:v>24.4</c:v>
                </c:pt>
                <c:pt idx="19">
                  <c:v>24.43</c:v>
                </c:pt>
                <c:pt idx="20">
                  <c:v>24.36</c:v>
                </c:pt>
                <c:pt idx="21">
                  <c:v>24.31</c:v>
                </c:pt>
                <c:pt idx="22">
                  <c:v>24.16</c:v>
                </c:pt>
                <c:pt idx="23">
                  <c:v>24.05</c:v>
                </c:pt>
                <c:pt idx="24">
                  <c:v>24.01</c:v>
                </c:pt>
                <c:pt idx="25">
                  <c:v>23.91</c:v>
                </c:pt>
                <c:pt idx="26">
                  <c:v>23.91</c:v>
                </c:pt>
                <c:pt idx="27">
                  <c:v>23.92</c:v>
                </c:pt>
                <c:pt idx="28">
                  <c:v>23.91</c:v>
                </c:pt>
                <c:pt idx="29">
                  <c:v>23.92</c:v>
                </c:pt>
                <c:pt idx="30">
                  <c:v>23.7</c:v>
                </c:pt>
                <c:pt idx="31">
                  <c:v>23.7</c:v>
                </c:pt>
                <c:pt idx="32">
                  <c:v>23.75</c:v>
                </c:pt>
                <c:pt idx="33">
                  <c:v>23.67</c:v>
                </c:pt>
                <c:pt idx="34">
                  <c:v>23.7</c:v>
                </c:pt>
                <c:pt idx="35">
                  <c:v>23.61</c:v>
                </c:pt>
                <c:pt idx="36">
                  <c:v>23.51</c:v>
                </c:pt>
                <c:pt idx="37">
                  <c:v>23.61</c:v>
                </c:pt>
                <c:pt idx="38">
                  <c:v>23.64</c:v>
                </c:pt>
                <c:pt idx="39">
                  <c:v>23.65</c:v>
                </c:pt>
                <c:pt idx="40">
                  <c:v>23.77</c:v>
                </c:pt>
                <c:pt idx="41">
                  <c:v>23.88</c:v>
                </c:pt>
                <c:pt idx="42">
                  <c:v>24.07</c:v>
                </c:pt>
                <c:pt idx="43">
                  <c:v>24.2</c:v>
                </c:pt>
                <c:pt idx="44">
                  <c:v>24.34</c:v>
                </c:pt>
                <c:pt idx="45">
                  <c:v>24.5</c:v>
                </c:pt>
                <c:pt idx="46">
                  <c:v>24.6</c:v>
                </c:pt>
                <c:pt idx="47">
                  <c:v>24.98</c:v>
                </c:pt>
                <c:pt idx="48">
                  <c:v>25.38</c:v>
                </c:pt>
                <c:pt idx="49">
                  <c:v>25.83</c:v>
                </c:pt>
                <c:pt idx="50">
                  <c:v>25.88</c:v>
                </c:pt>
                <c:pt idx="51">
                  <c:v>25.92</c:v>
                </c:pt>
                <c:pt idx="52">
                  <c:v>25.99</c:v>
                </c:pt>
                <c:pt idx="53">
                  <c:v>25.93</c:v>
                </c:pt>
                <c:pt idx="54">
                  <c:v>25.91</c:v>
                </c:pt>
                <c:pt idx="55">
                  <c:v>25.86</c:v>
                </c:pt>
                <c:pt idx="56">
                  <c:v>26.03</c:v>
                </c:pt>
                <c:pt idx="57">
                  <c:v>26.16</c:v>
                </c:pt>
                <c:pt idx="58">
                  <c:v>26.32</c:v>
                </c:pt>
                <c:pt idx="59">
                  <c:v>26.47</c:v>
                </c:pt>
                <c:pt idx="60">
                  <c:v>26.45</c:v>
                </c:pt>
                <c:pt idx="61">
                  <c:v>26.41</c:v>
                </c:pt>
                <c:pt idx="62">
                  <c:v>26.39</c:v>
                </c:pt>
                <c:pt idx="63">
                  <c:v>26.46</c:v>
                </c:pt>
                <c:pt idx="64">
                  <c:v>26.47</c:v>
                </c:pt>
                <c:pt idx="65">
                  <c:v>26.53</c:v>
                </c:pt>
                <c:pt idx="66">
                  <c:v>26.68</c:v>
                </c:pt>
                <c:pt idx="67">
                  <c:v>26.69</c:v>
                </c:pt>
                <c:pt idx="68">
                  <c:v>26.63</c:v>
                </c:pt>
                <c:pt idx="69">
                  <c:v>26.69</c:v>
                </c:pt>
                <c:pt idx="70">
                  <c:v>26.69</c:v>
                </c:pt>
                <c:pt idx="71">
                  <c:v>26.71</c:v>
                </c:pt>
                <c:pt idx="72">
                  <c:v>26.64</c:v>
                </c:pt>
                <c:pt idx="73">
                  <c:v>26.59</c:v>
                </c:pt>
                <c:pt idx="74">
                  <c:v>26.63</c:v>
                </c:pt>
                <c:pt idx="75">
                  <c:v>26.69</c:v>
                </c:pt>
                <c:pt idx="76">
                  <c:v>26.7</c:v>
                </c:pt>
                <c:pt idx="77">
                  <c:v>26.77</c:v>
                </c:pt>
                <c:pt idx="78">
                  <c:v>26.79</c:v>
                </c:pt>
                <c:pt idx="79">
                  <c:v>26.85</c:v>
                </c:pt>
                <c:pt idx="80">
                  <c:v>26.89</c:v>
                </c:pt>
                <c:pt idx="81">
                  <c:v>26.95</c:v>
                </c:pt>
                <c:pt idx="82">
                  <c:v>26.85</c:v>
                </c:pt>
                <c:pt idx="83">
                  <c:v>26.87</c:v>
                </c:pt>
                <c:pt idx="84">
                  <c:v>26.94</c:v>
                </c:pt>
                <c:pt idx="85">
                  <c:v>26.99</c:v>
                </c:pt>
                <c:pt idx="86">
                  <c:v>26.93</c:v>
                </c:pt>
                <c:pt idx="87">
                  <c:v>26.86</c:v>
                </c:pt>
                <c:pt idx="88">
                  <c:v>26.93</c:v>
                </c:pt>
                <c:pt idx="89">
                  <c:v>26.94</c:v>
                </c:pt>
                <c:pt idx="90">
                  <c:v>26.86</c:v>
                </c:pt>
                <c:pt idx="91">
                  <c:v>26.85</c:v>
                </c:pt>
                <c:pt idx="92">
                  <c:v>26.81</c:v>
                </c:pt>
                <c:pt idx="93">
                  <c:v>26.72</c:v>
                </c:pt>
                <c:pt idx="94">
                  <c:v>26.78</c:v>
                </c:pt>
                <c:pt idx="95">
                  <c:v>26.77</c:v>
                </c:pt>
                <c:pt idx="96">
                  <c:v>26.77</c:v>
                </c:pt>
                <c:pt idx="97">
                  <c:v>26.82</c:v>
                </c:pt>
                <c:pt idx="98">
                  <c:v>26.79</c:v>
                </c:pt>
                <c:pt idx="99">
                  <c:v>26.79</c:v>
                </c:pt>
                <c:pt idx="100">
                  <c:v>26.77</c:v>
                </c:pt>
                <c:pt idx="101">
                  <c:v>26.71</c:v>
                </c:pt>
                <c:pt idx="102">
                  <c:v>26.76</c:v>
                </c:pt>
                <c:pt idx="103">
                  <c:v>26.72</c:v>
                </c:pt>
                <c:pt idx="104">
                  <c:v>26.85</c:v>
                </c:pt>
                <c:pt idx="105">
                  <c:v>26.82</c:v>
                </c:pt>
                <c:pt idx="106">
                  <c:v>26.88</c:v>
                </c:pt>
                <c:pt idx="107">
                  <c:v>26.87</c:v>
                </c:pt>
                <c:pt idx="108">
                  <c:v>26.83</c:v>
                </c:pt>
                <c:pt idx="109">
                  <c:v>26.86</c:v>
                </c:pt>
                <c:pt idx="110">
                  <c:v>26.89</c:v>
                </c:pt>
                <c:pt idx="111">
                  <c:v>26.93</c:v>
                </c:pt>
                <c:pt idx="112">
                  <c:v>27.03</c:v>
                </c:pt>
                <c:pt idx="113">
                  <c:v>27.15</c:v>
                </c:pt>
                <c:pt idx="114">
                  <c:v>27.29</c:v>
                </c:pt>
                <c:pt idx="115">
                  <c:v>27.31</c:v>
                </c:pt>
                <c:pt idx="116">
                  <c:v>27.35</c:v>
                </c:pt>
                <c:pt idx="117">
                  <c:v>27.51</c:v>
                </c:pt>
                <c:pt idx="118">
                  <c:v>27.51</c:v>
                </c:pt>
                <c:pt idx="119">
                  <c:v>27.63</c:v>
                </c:pt>
                <c:pt idx="120">
                  <c:v>27.67</c:v>
                </c:pt>
                <c:pt idx="121">
                  <c:v>27.8</c:v>
                </c:pt>
                <c:pt idx="122">
                  <c:v>27.86</c:v>
                </c:pt>
                <c:pt idx="123">
                  <c:v>27.93</c:v>
                </c:pt>
                <c:pt idx="124">
                  <c:v>28</c:v>
                </c:pt>
                <c:pt idx="125">
                  <c:v>28.11</c:v>
                </c:pt>
                <c:pt idx="126">
                  <c:v>28.19</c:v>
                </c:pt>
                <c:pt idx="127">
                  <c:v>28.28</c:v>
                </c:pt>
                <c:pt idx="128">
                  <c:v>28.32</c:v>
                </c:pt>
                <c:pt idx="129">
                  <c:v>28.32</c:v>
                </c:pt>
                <c:pt idx="130">
                  <c:v>28.41</c:v>
                </c:pt>
                <c:pt idx="131">
                  <c:v>28.47</c:v>
                </c:pt>
                <c:pt idx="132">
                  <c:v>28.64</c:v>
                </c:pt>
                <c:pt idx="133">
                  <c:v>28.7</c:v>
                </c:pt>
                <c:pt idx="134">
                  <c:v>28.87</c:v>
                </c:pt>
                <c:pt idx="135">
                  <c:v>28.94</c:v>
                </c:pt>
                <c:pt idx="136">
                  <c:v>28.94</c:v>
                </c:pt>
                <c:pt idx="137">
                  <c:v>28.91</c:v>
                </c:pt>
                <c:pt idx="138">
                  <c:v>28.89</c:v>
                </c:pt>
                <c:pt idx="139">
                  <c:v>28.94</c:v>
                </c:pt>
                <c:pt idx="140">
                  <c:v>28.91</c:v>
                </c:pt>
                <c:pt idx="141">
                  <c:v>28.91</c:v>
                </c:pt>
                <c:pt idx="142">
                  <c:v>28.95</c:v>
                </c:pt>
                <c:pt idx="143">
                  <c:v>28.97</c:v>
                </c:pt>
                <c:pt idx="144">
                  <c:v>29.01</c:v>
                </c:pt>
                <c:pt idx="145">
                  <c:v>29</c:v>
                </c:pt>
                <c:pt idx="146">
                  <c:v>28.97</c:v>
                </c:pt>
                <c:pt idx="147">
                  <c:v>28.98</c:v>
                </c:pt>
                <c:pt idx="148">
                  <c:v>29.04</c:v>
                </c:pt>
                <c:pt idx="149">
                  <c:v>29.11</c:v>
                </c:pt>
                <c:pt idx="150">
                  <c:v>29.15</c:v>
                </c:pt>
                <c:pt idx="151">
                  <c:v>29.18</c:v>
                </c:pt>
                <c:pt idx="152">
                  <c:v>29.25</c:v>
                </c:pt>
                <c:pt idx="153">
                  <c:v>29.35</c:v>
                </c:pt>
                <c:pt idx="154">
                  <c:v>29.35</c:v>
                </c:pt>
                <c:pt idx="155">
                  <c:v>29.41</c:v>
                </c:pt>
                <c:pt idx="156">
                  <c:v>29.37</c:v>
                </c:pt>
                <c:pt idx="157">
                  <c:v>29.41</c:v>
                </c:pt>
                <c:pt idx="158">
                  <c:v>29.41</c:v>
                </c:pt>
                <c:pt idx="159">
                  <c:v>29.54</c:v>
                </c:pt>
                <c:pt idx="160">
                  <c:v>29.57</c:v>
                </c:pt>
                <c:pt idx="161">
                  <c:v>29.61</c:v>
                </c:pt>
                <c:pt idx="162">
                  <c:v>29.55</c:v>
                </c:pt>
                <c:pt idx="163">
                  <c:v>29.61</c:v>
                </c:pt>
                <c:pt idx="164">
                  <c:v>29.61</c:v>
                </c:pt>
                <c:pt idx="165">
                  <c:v>29.75</c:v>
                </c:pt>
                <c:pt idx="166">
                  <c:v>29.78</c:v>
                </c:pt>
                <c:pt idx="167">
                  <c:v>29.81</c:v>
                </c:pt>
                <c:pt idx="168">
                  <c:v>29.84</c:v>
                </c:pt>
                <c:pt idx="169">
                  <c:v>29.84</c:v>
                </c:pt>
                <c:pt idx="170">
                  <c:v>29.84</c:v>
                </c:pt>
                <c:pt idx="171">
                  <c:v>29.81</c:v>
                </c:pt>
                <c:pt idx="172">
                  <c:v>29.84</c:v>
                </c:pt>
                <c:pt idx="173">
                  <c:v>29.84</c:v>
                </c:pt>
                <c:pt idx="174">
                  <c:v>29.92</c:v>
                </c:pt>
                <c:pt idx="175">
                  <c:v>29.94</c:v>
                </c:pt>
                <c:pt idx="176">
                  <c:v>29.98</c:v>
                </c:pt>
                <c:pt idx="177">
                  <c:v>29.98</c:v>
                </c:pt>
                <c:pt idx="178">
                  <c:v>29.98</c:v>
                </c:pt>
                <c:pt idx="179">
                  <c:v>30.01</c:v>
                </c:pt>
                <c:pt idx="180">
                  <c:v>30.04</c:v>
                </c:pt>
                <c:pt idx="181">
                  <c:v>30.11</c:v>
                </c:pt>
                <c:pt idx="182">
                  <c:v>30.17</c:v>
                </c:pt>
                <c:pt idx="183">
                  <c:v>30.21</c:v>
                </c:pt>
                <c:pt idx="184">
                  <c:v>30.24</c:v>
                </c:pt>
                <c:pt idx="185">
                  <c:v>30.21</c:v>
                </c:pt>
                <c:pt idx="186">
                  <c:v>30.22</c:v>
                </c:pt>
                <c:pt idx="187">
                  <c:v>30.28</c:v>
                </c:pt>
                <c:pt idx="188">
                  <c:v>30.42</c:v>
                </c:pt>
                <c:pt idx="189">
                  <c:v>30.38</c:v>
                </c:pt>
                <c:pt idx="190">
                  <c:v>30.38</c:v>
                </c:pt>
                <c:pt idx="191">
                  <c:v>30.38</c:v>
                </c:pt>
                <c:pt idx="192">
                  <c:v>30.44</c:v>
                </c:pt>
                <c:pt idx="193">
                  <c:v>30.48</c:v>
                </c:pt>
                <c:pt idx="194">
                  <c:v>30.51</c:v>
                </c:pt>
                <c:pt idx="195">
                  <c:v>30.48</c:v>
                </c:pt>
                <c:pt idx="196">
                  <c:v>30.51</c:v>
                </c:pt>
                <c:pt idx="197">
                  <c:v>30.61</c:v>
                </c:pt>
                <c:pt idx="198">
                  <c:v>30.69</c:v>
                </c:pt>
                <c:pt idx="199">
                  <c:v>30.75</c:v>
                </c:pt>
                <c:pt idx="200">
                  <c:v>30.72</c:v>
                </c:pt>
                <c:pt idx="201">
                  <c:v>30.75</c:v>
                </c:pt>
                <c:pt idx="202">
                  <c:v>30.78</c:v>
                </c:pt>
                <c:pt idx="203">
                  <c:v>30.88</c:v>
                </c:pt>
                <c:pt idx="204">
                  <c:v>30.94</c:v>
                </c:pt>
                <c:pt idx="205">
                  <c:v>30.91</c:v>
                </c:pt>
                <c:pt idx="206">
                  <c:v>30.94</c:v>
                </c:pt>
                <c:pt idx="207">
                  <c:v>30.95</c:v>
                </c:pt>
                <c:pt idx="208">
                  <c:v>30.98</c:v>
                </c:pt>
                <c:pt idx="209">
                  <c:v>31.01</c:v>
                </c:pt>
                <c:pt idx="210">
                  <c:v>31.02</c:v>
                </c:pt>
                <c:pt idx="211">
                  <c:v>31.05</c:v>
                </c:pt>
                <c:pt idx="212">
                  <c:v>31.08</c:v>
                </c:pt>
                <c:pt idx="213">
                  <c:v>31.12</c:v>
                </c:pt>
                <c:pt idx="214">
                  <c:v>31.21</c:v>
                </c:pt>
                <c:pt idx="215">
                  <c:v>31.25</c:v>
                </c:pt>
                <c:pt idx="216">
                  <c:v>31.28</c:v>
                </c:pt>
                <c:pt idx="217">
                  <c:v>31.28</c:v>
                </c:pt>
                <c:pt idx="218">
                  <c:v>31.31</c:v>
                </c:pt>
                <c:pt idx="219">
                  <c:v>31.38</c:v>
                </c:pt>
                <c:pt idx="220">
                  <c:v>31.48</c:v>
                </c:pt>
                <c:pt idx="221">
                  <c:v>31.61</c:v>
                </c:pt>
                <c:pt idx="222">
                  <c:v>31.58</c:v>
                </c:pt>
                <c:pt idx="223">
                  <c:v>31.55</c:v>
                </c:pt>
                <c:pt idx="224">
                  <c:v>31.62</c:v>
                </c:pt>
                <c:pt idx="225">
                  <c:v>31.65</c:v>
                </c:pt>
                <c:pt idx="226">
                  <c:v>31.75</c:v>
                </c:pt>
                <c:pt idx="227">
                  <c:v>31.85</c:v>
                </c:pt>
                <c:pt idx="228">
                  <c:v>31.88</c:v>
                </c:pt>
                <c:pt idx="229">
                  <c:v>32.08</c:v>
                </c:pt>
                <c:pt idx="230">
                  <c:v>32.18</c:v>
                </c:pt>
                <c:pt idx="231">
                  <c:v>32.28</c:v>
                </c:pt>
                <c:pt idx="232">
                  <c:v>32.35</c:v>
                </c:pt>
                <c:pt idx="233">
                  <c:v>32.380000000000003</c:v>
                </c:pt>
                <c:pt idx="234">
                  <c:v>32.450000000000003</c:v>
                </c:pt>
                <c:pt idx="235">
                  <c:v>32.65</c:v>
                </c:pt>
                <c:pt idx="236">
                  <c:v>32.75</c:v>
                </c:pt>
                <c:pt idx="237">
                  <c:v>32.85</c:v>
                </c:pt>
                <c:pt idx="238">
                  <c:v>32.880000000000003</c:v>
                </c:pt>
                <c:pt idx="239">
                  <c:v>32.92</c:v>
                </c:pt>
                <c:pt idx="240">
                  <c:v>32.9</c:v>
                </c:pt>
                <c:pt idx="241">
                  <c:v>33</c:v>
                </c:pt>
                <c:pt idx="242">
                  <c:v>33</c:v>
                </c:pt>
                <c:pt idx="243">
                  <c:v>33.1</c:v>
                </c:pt>
                <c:pt idx="244">
                  <c:v>33.1</c:v>
                </c:pt>
                <c:pt idx="245">
                  <c:v>33.299999999999997</c:v>
                </c:pt>
                <c:pt idx="246">
                  <c:v>33.4</c:v>
                </c:pt>
                <c:pt idx="247">
                  <c:v>33.5</c:v>
                </c:pt>
                <c:pt idx="248">
                  <c:v>33.6</c:v>
                </c:pt>
                <c:pt idx="249">
                  <c:v>33.700000000000003</c:v>
                </c:pt>
                <c:pt idx="250">
                  <c:v>33.9</c:v>
                </c:pt>
                <c:pt idx="251">
                  <c:v>34</c:v>
                </c:pt>
                <c:pt idx="252">
                  <c:v>34.1</c:v>
                </c:pt>
                <c:pt idx="253">
                  <c:v>34.200000000000003</c:v>
                </c:pt>
                <c:pt idx="254">
                  <c:v>34.299999999999997</c:v>
                </c:pt>
                <c:pt idx="255">
                  <c:v>34.4</c:v>
                </c:pt>
                <c:pt idx="256">
                  <c:v>34.5</c:v>
                </c:pt>
                <c:pt idx="257">
                  <c:v>34.700000000000003</c:v>
                </c:pt>
                <c:pt idx="258">
                  <c:v>34.9</c:v>
                </c:pt>
                <c:pt idx="259">
                  <c:v>35</c:v>
                </c:pt>
                <c:pt idx="260">
                  <c:v>35.1</c:v>
                </c:pt>
                <c:pt idx="261">
                  <c:v>35.299999999999997</c:v>
                </c:pt>
                <c:pt idx="262">
                  <c:v>35.4</c:v>
                </c:pt>
                <c:pt idx="263">
                  <c:v>35.6</c:v>
                </c:pt>
                <c:pt idx="264">
                  <c:v>35.700000000000003</c:v>
                </c:pt>
                <c:pt idx="265">
                  <c:v>35.799999999999997</c:v>
                </c:pt>
                <c:pt idx="266">
                  <c:v>36.1</c:v>
                </c:pt>
                <c:pt idx="267">
                  <c:v>36.299999999999997</c:v>
                </c:pt>
                <c:pt idx="268">
                  <c:v>36.4</c:v>
                </c:pt>
                <c:pt idx="269">
                  <c:v>36.6</c:v>
                </c:pt>
                <c:pt idx="270">
                  <c:v>36.799999999999997</c:v>
                </c:pt>
                <c:pt idx="271">
                  <c:v>36.9</c:v>
                </c:pt>
                <c:pt idx="272">
                  <c:v>37.1</c:v>
                </c:pt>
                <c:pt idx="273">
                  <c:v>37.299999999999997</c:v>
                </c:pt>
                <c:pt idx="274">
                  <c:v>37.5</c:v>
                </c:pt>
                <c:pt idx="275">
                  <c:v>37.700000000000003</c:v>
                </c:pt>
                <c:pt idx="276">
                  <c:v>37.9</c:v>
                </c:pt>
                <c:pt idx="277">
                  <c:v>38.1</c:v>
                </c:pt>
                <c:pt idx="278">
                  <c:v>38.299999999999997</c:v>
                </c:pt>
                <c:pt idx="279">
                  <c:v>38.5</c:v>
                </c:pt>
                <c:pt idx="280">
                  <c:v>38.6</c:v>
                </c:pt>
                <c:pt idx="281">
                  <c:v>38.799999999999997</c:v>
                </c:pt>
                <c:pt idx="282">
                  <c:v>38.9</c:v>
                </c:pt>
                <c:pt idx="283">
                  <c:v>39</c:v>
                </c:pt>
                <c:pt idx="284">
                  <c:v>39.200000000000003</c:v>
                </c:pt>
                <c:pt idx="285">
                  <c:v>39.4</c:v>
                </c:pt>
                <c:pt idx="286">
                  <c:v>39.6</c:v>
                </c:pt>
                <c:pt idx="287">
                  <c:v>39.799999999999997</c:v>
                </c:pt>
                <c:pt idx="288">
                  <c:v>39.9</c:v>
                </c:pt>
                <c:pt idx="289">
                  <c:v>39.9</c:v>
                </c:pt>
                <c:pt idx="290">
                  <c:v>40</c:v>
                </c:pt>
                <c:pt idx="291">
                  <c:v>40.1</c:v>
                </c:pt>
                <c:pt idx="292">
                  <c:v>40.299999999999997</c:v>
                </c:pt>
                <c:pt idx="293">
                  <c:v>40.5</c:v>
                </c:pt>
                <c:pt idx="294">
                  <c:v>40.6</c:v>
                </c:pt>
                <c:pt idx="295">
                  <c:v>40.700000000000003</c:v>
                </c:pt>
                <c:pt idx="296">
                  <c:v>40.799999999999997</c:v>
                </c:pt>
                <c:pt idx="297">
                  <c:v>40.9</c:v>
                </c:pt>
                <c:pt idx="298">
                  <c:v>41</c:v>
                </c:pt>
                <c:pt idx="299">
                  <c:v>41.1</c:v>
                </c:pt>
                <c:pt idx="300">
                  <c:v>41.2</c:v>
                </c:pt>
                <c:pt idx="301">
                  <c:v>41.4</c:v>
                </c:pt>
                <c:pt idx="302">
                  <c:v>41.4</c:v>
                </c:pt>
                <c:pt idx="303">
                  <c:v>41.5</c:v>
                </c:pt>
                <c:pt idx="304">
                  <c:v>41.6</c:v>
                </c:pt>
                <c:pt idx="305">
                  <c:v>41.7</c:v>
                </c:pt>
                <c:pt idx="306">
                  <c:v>41.8</c:v>
                </c:pt>
                <c:pt idx="307">
                  <c:v>41.9</c:v>
                </c:pt>
                <c:pt idx="308">
                  <c:v>42.1</c:v>
                </c:pt>
                <c:pt idx="309">
                  <c:v>42.2</c:v>
                </c:pt>
                <c:pt idx="310">
                  <c:v>42.4</c:v>
                </c:pt>
                <c:pt idx="311">
                  <c:v>42.5</c:v>
                </c:pt>
                <c:pt idx="312">
                  <c:v>42.7</c:v>
                </c:pt>
                <c:pt idx="313">
                  <c:v>43</c:v>
                </c:pt>
                <c:pt idx="314">
                  <c:v>43.4</c:v>
                </c:pt>
                <c:pt idx="315">
                  <c:v>43.7</c:v>
                </c:pt>
                <c:pt idx="316">
                  <c:v>43.9</c:v>
                </c:pt>
                <c:pt idx="317">
                  <c:v>44.2</c:v>
                </c:pt>
                <c:pt idx="318">
                  <c:v>44.2</c:v>
                </c:pt>
                <c:pt idx="319">
                  <c:v>45</c:v>
                </c:pt>
                <c:pt idx="320">
                  <c:v>45.2</c:v>
                </c:pt>
                <c:pt idx="321">
                  <c:v>45.6</c:v>
                </c:pt>
                <c:pt idx="322">
                  <c:v>45.9</c:v>
                </c:pt>
                <c:pt idx="323">
                  <c:v>46.3</c:v>
                </c:pt>
                <c:pt idx="324">
                  <c:v>46.8</c:v>
                </c:pt>
                <c:pt idx="325">
                  <c:v>47.3</c:v>
                </c:pt>
                <c:pt idx="326">
                  <c:v>47.8</c:v>
                </c:pt>
                <c:pt idx="327">
                  <c:v>48.1</c:v>
                </c:pt>
                <c:pt idx="328">
                  <c:v>48.6</c:v>
                </c:pt>
                <c:pt idx="329">
                  <c:v>49</c:v>
                </c:pt>
                <c:pt idx="330">
                  <c:v>49.3</c:v>
                </c:pt>
                <c:pt idx="331">
                  <c:v>49.9</c:v>
                </c:pt>
                <c:pt idx="332">
                  <c:v>50.6</c:v>
                </c:pt>
                <c:pt idx="333">
                  <c:v>51</c:v>
                </c:pt>
                <c:pt idx="334">
                  <c:v>51.5</c:v>
                </c:pt>
                <c:pt idx="335">
                  <c:v>51.9</c:v>
                </c:pt>
                <c:pt idx="336">
                  <c:v>52.3</c:v>
                </c:pt>
                <c:pt idx="337">
                  <c:v>52.6</c:v>
                </c:pt>
                <c:pt idx="338">
                  <c:v>52.8</c:v>
                </c:pt>
                <c:pt idx="339">
                  <c:v>53</c:v>
                </c:pt>
                <c:pt idx="340">
                  <c:v>53.1</c:v>
                </c:pt>
                <c:pt idx="341">
                  <c:v>53.5</c:v>
                </c:pt>
                <c:pt idx="342">
                  <c:v>54</c:v>
                </c:pt>
                <c:pt idx="343">
                  <c:v>54.2</c:v>
                </c:pt>
                <c:pt idx="344">
                  <c:v>54.6</c:v>
                </c:pt>
                <c:pt idx="345">
                  <c:v>54.9</c:v>
                </c:pt>
                <c:pt idx="346">
                  <c:v>55.3</c:v>
                </c:pt>
                <c:pt idx="347">
                  <c:v>55.6</c:v>
                </c:pt>
                <c:pt idx="348">
                  <c:v>55.8</c:v>
                </c:pt>
                <c:pt idx="349">
                  <c:v>55.9</c:v>
                </c:pt>
                <c:pt idx="350">
                  <c:v>56</c:v>
                </c:pt>
                <c:pt idx="351">
                  <c:v>56.1</c:v>
                </c:pt>
                <c:pt idx="352">
                  <c:v>56.4</c:v>
                </c:pt>
                <c:pt idx="353">
                  <c:v>56.7</c:v>
                </c:pt>
                <c:pt idx="354">
                  <c:v>57</c:v>
                </c:pt>
                <c:pt idx="355">
                  <c:v>57.3</c:v>
                </c:pt>
                <c:pt idx="356">
                  <c:v>57.6</c:v>
                </c:pt>
                <c:pt idx="357">
                  <c:v>57.9</c:v>
                </c:pt>
                <c:pt idx="358">
                  <c:v>58.1</c:v>
                </c:pt>
                <c:pt idx="359">
                  <c:v>58.4</c:v>
                </c:pt>
                <c:pt idx="360">
                  <c:v>58.7</c:v>
                </c:pt>
                <c:pt idx="361">
                  <c:v>59.3</c:v>
                </c:pt>
                <c:pt idx="362">
                  <c:v>59.6</c:v>
                </c:pt>
                <c:pt idx="363">
                  <c:v>60</c:v>
                </c:pt>
                <c:pt idx="364">
                  <c:v>60.2</c:v>
                </c:pt>
                <c:pt idx="365">
                  <c:v>60.5</c:v>
                </c:pt>
                <c:pt idx="366">
                  <c:v>60.8</c:v>
                </c:pt>
                <c:pt idx="367">
                  <c:v>61.1</c:v>
                </c:pt>
                <c:pt idx="368">
                  <c:v>61.3</c:v>
                </c:pt>
                <c:pt idx="369">
                  <c:v>61.6</c:v>
                </c:pt>
                <c:pt idx="370">
                  <c:v>62</c:v>
                </c:pt>
                <c:pt idx="371">
                  <c:v>62.3</c:v>
                </c:pt>
                <c:pt idx="372">
                  <c:v>62.7</c:v>
                </c:pt>
                <c:pt idx="373">
                  <c:v>63</c:v>
                </c:pt>
                <c:pt idx="374">
                  <c:v>63.4</c:v>
                </c:pt>
                <c:pt idx="375">
                  <c:v>63.9</c:v>
                </c:pt>
                <c:pt idx="376">
                  <c:v>64.5</c:v>
                </c:pt>
                <c:pt idx="377">
                  <c:v>65</c:v>
                </c:pt>
                <c:pt idx="378">
                  <c:v>65.5</c:v>
                </c:pt>
                <c:pt idx="379">
                  <c:v>65.900000000000006</c:v>
                </c:pt>
                <c:pt idx="380">
                  <c:v>66.5</c:v>
                </c:pt>
                <c:pt idx="381">
                  <c:v>67.099999999999994</c:v>
                </c:pt>
                <c:pt idx="382">
                  <c:v>67.5</c:v>
                </c:pt>
                <c:pt idx="383">
                  <c:v>67.900000000000006</c:v>
                </c:pt>
                <c:pt idx="384">
                  <c:v>68.5</c:v>
                </c:pt>
                <c:pt idx="385">
                  <c:v>69.2</c:v>
                </c:pt>
                <c:pt idx="386">
                  <c:v>69.900000000000006</c:v>
                </c:pt>
                <c:pt idx="387">
                  <c:v>70.599999999999994</c:v>
                </c:pt>
                <c:pt idx="388">
                  <c:v>71.400000000000006</c:v>
                </c:pt>
                <c:pt idx="389">
                  <c:v>72.2</c:v>
                </c:pt>
                <c:pt idx="390">
                  <c:v>73</c:v>
                </c:pt>
                <c:pt idx="391">
                  <c:v>73.7</c:v>
                </c:pt>
                <c:pt idx="392">
                  <c:v>74.400000000000006</c:v>
                </c:pt>
                <c:pt idx="393">
                  <c:v>75.2</c:v>
                </c:pt>
                <c:pt idx="394">
                  <c:v>76</c:v>
                </c:pt>
                <c:pt idx="395">
                  <c:v>76.900000000000006</c:v>
                </c:pt>
                <c:pt idx="396">
                  <c:v>78</c:v>
                </c:pt>
                <c:pt idx="397">
                  <c:v>79</c:v>
                </c:pt>
                <c:pt idx="398">
                  <c:v>80.099999999999994</c:v>
                </c:pt>
                <c:pt idx="399">
                  <c:v>80.900000000000006</c:v>
                </c:pt>
                <c:pt idx="400">
                  <c:v>81.7</c:v>
                </c:pt>
                <c:pt idx="401">
                  <c:v>82.5</c:v>
                </c:pt>
                <c:pt idx="402">
                  <c:v>82.6</c:v>
                </c:pt>
                <c:pt idx="403">
                  <c:v>83.2</c:v>
                </c:pt>
                <c:pt idx="404">
                  <c:v>83.9</c:v>
                </c:pt>
                <c:pt idx="405">
                  <c:v>84.7</c:v>
                </c:pt>
                <c:pt idx="406">
                  <c:v>85.6</c:v>
                </c:pt>
                <c:pt idx="407">
                  <c:v>86.4</c:v>
                </c:pt>
                <c:pt idx="408">
                  <c:v>87.2</c:v>
                </c:pt>
                <c:pt idx="409">
                  <c:v>88</c:v>
                </c:pt>
                <c:pt idx="410">
                  <c:v>88.6</c:v>
                </c:pt>
                <c:pt idx="411">
                  <c:v>89.1</c:v>
                </c:pt>
                <c:pt idx="412">
                  <c:v>89.7</c:v>
                </c:pt>
                <c:pt idx="413">
                  <c:v>90.5</c:v>
                </c:pt>
                <c:pt idx="414">
                  <c:v>91.5</c:v>
                </c:pt>
                <c:pt idx="415">
                  <c:v>92.2</c:v>
                </c:pt>
                <c:pt idx="416">
                  <c:v>93.1</c:v>
                </c:pt>
                <c:pt idx="417">
                  <c:v>93.4</c:v>
                </c:pt>
                <c:pt idx="418">
                  <c:v>93.8</c:v>
                </c:pt>
                <c:pt idx="419">
                  <c:v>94.1</c:v>
                </c:pt>
                <c:pt idx="420">
                  <c:v>94.4</c:v>
                </c:pt>
                <c:pt idx="421">
                  <c:v>94.7</c:v>
                </c:pt>
                <c:pt idx="422">
                  <c:v>94.7</c:v>
                </c:pt>
                <c:pt idx="423">
                  <c:v>95</c:v>
                </c:pt>
                <c:pt idx="424">
                  <c:v>95.9</c:v>
                </c:pt>
                <c:pt idx="425">
                  <c:v>97</c:v>
                </c:pt>
                <c:pt idx="426">
                  <c:v>97.5</c:v>
                </c:pt>
                <c:pt idx="427">
                  <c:v>97.7</c:v>
                </c:pt>
                <c:pt idx="428">
                  <c:v>97.7</c:v>
                </c:pt>
                <c:pt idx="429">
                  <c:v>98.1</c:v>
                </c:pt>
                <c:pt idx="430">
                  <c:v>98</c:v>
                </c:pt>
                <c:pt idx="431">
                  <c:v>97.7</c:v>
                </c:pt>
                <c:pt idx="432">
                  <c:v>97.9</c:v>
                </c:pt>
                <c:pt idx="433">
                  <c:v>98</c:v>
                </c:pt>
                <c:pt idx="434">
                  <c:v>98.1</c:v>
                </c:pt>
                <c:pt idx="435">
                  <c:v>98.8</c:v>
                </c:pt>
                <c:pt idx="436">
                  <c:v>99.2</c:v>
                </c:pt>
                <c:pt idx="437">
                  <c:v>99.4</c:v>
                </c:pt>
                <c:pt idx="438">
                  <c:v>99.8</c:v>
                </c:pt>
                <c:pt idx="439">
                  <c:v>100.1</c:v>
                </c:pt>
                <c:pt idx="440">
                  <c:v>100.4</c:v>
                </c:pt>
                <c:pt idx="441">
                  <c:v>100.8</c:v>
                </c:pt>
                <c:pt idx="442">
                  <c:v>101.1</c:v>
                </c:pt>
                <c:pt idx="443">
                  <c:v>101.4</c:v>
                </c:pt>
                <c:pt idx="444">
                  <c:v>102.1</c:v>
                </c:pt>
                <c:pt idx="445">
                  <c:v>102.6</c:v>
                </c:pt>
                <c:pt idx="446">
                  <c:v>102.9</c:v>
                </c:pt>
                <c:pt idx="447">
                  <c:v>103.3</c:v>
                </c:pt>
                <c:pt idx="448">
                  <c:v>103.5</c:v>
                </c:pt>
                <c:pt idx="449">
                  <c:v>103.7</c:v>
                </c:pt>
                <c:pt idx="450">
                  <c:v>104.1</c:v>
                </c:pt>
                <c:pt idx="451">
                  <c:v>104.4</c:v>
                </c:pt>
                <c:pt idx="452">
                  <c:v>104.7</c:v>
                </c:pt>
                <c:pt idx="453">
                  <c:v>105.1</c:v>
                </c:pt>
                <c:pt idx="454">
                  <c:v>105.3</c:v>
                </c:pt>
                <c:pt idx="455">
                  <c:v>105.5</c:v>
                </c:pt>
                <c:pt idx="456">
                  <c:v>105.7</c:v>
                </c:pt>
                <c:pt idx="457">
                  <c:v>106.3</c:v>
                </c:pt>
                <c:pt idx="458">
                  <c:v>106.8</c:v>
                </c:pt>
                <c:pt idx="459">
                  <c:v>107</c:v>
                </c:pt>
                <c:pt idx="460">
                  <c:v>107.2</c:v>
                </c:pt>
                <c:pt idx="461">
                  <c:v>107.5</c:v>
                </c:pt>
                <c:pt idx="462">
                  <c:v>107.7</c:v>
                </c:pt>
                <c:pt idx="463">
                  <c:v>107.9</c:v>
                </c:pt>
                <c:pt idx="464">
                  <c:v>108.1</c:v>
                </c:pt>
                <c:pt idx="465">
                  <c:v>108.5</c:v>
                </c:pt>
                <c:pt idx="466">
                  <c:v>109</c:v>
                </c:pt>
                <c:pt idx="467">
                  <c:v>109.5</c:v>
                </c:pt>
                <c:pt idx="468">
                  <c:v>109.9</c:v>
                </c:pt>
                <c:pt idx="469">
                  <c:v>109.7</c:v>
                </c:pt>
                <c:pt idx="470">
                  <c:v>109.1</c:v>
                </c:pt>
                <c:pt idx="471">
                  <c:v>108.7</c:v>
                </c:pt>
                <c:pt idx="472">
                  <c:v>109</c:v>
                </c:pt>
                <c:pt idx="473">
                  <c:v>109.4</c:v>
                </c:pt>
                <c:pt idx="474">
                  <c:v>109.5</c:v>
                </c:pt>
                <c:pt idx="475">
                  <c:v>109.6</c:v>
                </c:pt>
                <c:pt idx="476">
                  <c:v>110</c:v>
                </c:pt>
                <c:pt idx="477">
                  <c:v>110.2</c:v>
                </c:pt>
                <c:pt idx="478">
                  <c:v>110.4</c:v>
                </c:pt>
                <c:pt idx="479">
                  <c:v>110.8</c:v>
                </c:pt>
                <c:pt idx="480">
                  <c:v>111.4</c:v>
                </c:pt>
                <c:pt idx="481">
                  <c:v>111.8</c:v>
                </c:pt>
                <c:pt idx="482">
                  <c:v>112.2</c:v>
                </c:pt>
                <c:pt idx="483">
                  <c:v>112.7</c:v>
                </c:pt>
                <c:pt idx="484">
                  <c:v>113</c:v>
                </c:pt>
                <c:pt idx="485">
                  <c:v>113.5</c:v>
                </c:pt>
                <c:pt idx="486">
                  <c:v>113.8</c:v>
                </c:pt>
                <c:pt idx="487">
                  <c:v>114.3</c:v>
                </c:pt>
                <c:pt idx="488">
                  <c:v>114.7</c:v>
                </c:pt>
                <c:pt idx="489">
                  <c:v>115</c:v>
                </c:pt>
                <c:pt idx="490">
                  <c:v>115.4</c:v>
                </c:pt>
                <c:pt idx="491">
                  <c:v>115.6</c:v>
                </c:pt>
                <c:pt idx="492">
                  <c:v>116</c:v>
                </c:pt>
                <c:pt idx="493">
                  <c:v>116.2</c:v>
                </c:pt>
                <c:pt idx="494">
                  <c:v>116.5</c:v>
                </c:pt>
                <c:pt idx="495">
                  <c:v>117.2</c:v>
                </c:pt>
                <c:pt idx="496">
                  <c:v>117.5</c:v>
                </c:pt>
                <c:pt idx="497">
                  <c:v>118</c:v>
                </c:pt>
                <c:pt idx="498">
                  <c:v>118.5</c:v>
                </c:pt>
                <c:pt idx="499">
                  <c:v>119</c:v>
                </c:pt>
                <c:pt idx="500">
                  <c:v>119.5</c:v>
                </c:pt>
                <c:pt idx="501">
                  <c:v>119.9</c:v>
                </c:pt>
                <c:pt idx="502">
                  <c:v>120.3</c:v>
                </c:pt>
                <c:pt idx="503">
                  <c:v>120.7</c:v>
                </c:pt>
                <c:pt idx="504">
                  <c:v>121.2</c:v>
                </c:pt>
                <c:pt idx="505">
                  <c:v>121.6</c:v>
                </c:pt>
                <c:pt idx="506">
                  <c:v>122.2</c:v>
                </c:pt>
                <c:pt idx="507">
                  <c:v>123.1</c:v>
                </c:pt>
                <c:pt idx="508">
                  <c:v>123.7</c:v>
                </c:pt>
                <c:pt idx="509">
                  <c:v>124.1</c:v>
                </c:pt>
                <c:pt idx="510">
                  <c:v>124.5</c:v>
                </c:pt>
                <c:pt idx="511">
                  <c:v>124.5</c:v>
                </c:pt>
                <c:pt idx="512">
                  <c:v>124.8</c:v>
                </c:pt>
                <c:pt idx="513">
                  <c:v>125.4</c:v>
                </c:pt>
                <c:pt idx="514">
                  <c:v>125.9</c:v>
                </c:pt>
                <c:pt idx="515">
                  <c:v>126.3</c:v>
                </c:pt>
                <c:pt idx="516">
                  <c:v>127.5</c:v>
                </c:pt>
                <c:pt idx="517">
                  <c:v>128</c:v>
                </c:pt>
                <c:pt idx="518">
                  <c:v>128.6</c:v>
                </c:pt>
                <c:pt idx="519">
                  <c:v>128.9</c:v>
                </c:pt>
                <c:pt idx="520">
                  <c:v>129.1</c:v>
                </c:pt>
                <c:pt idx="521">
                  <c:v>129.9</c:v>
                </c:pt>
                <c:pt idx="522">
                  <c:v>130.5</c:v>
                </c:pt>
                <c:pt idx="523">
                  <c:v>131.6</c:v>
                </c:pt>
                <c:pt idx="524">
                  <c:v>132.5</c:v>
                </c:pt>
                <c:pt idx="525">
                  <c:v>133.4</c:v>
                </c:pt>
                <c:pt idx="526">
                  <c:v>133.69999999999999</c:v>
                </c:pt>
                <c:pt idx="527">
                  <c:v>134.19999999999999</c:v>
                </c:pt>
                <c:pt idx="528">
                  <c:v>134.69999999999999</c:v>
                </c:pt>
                <c:pt idx="529">
                  <c:v>134.80000000000001</c:v>
                </c:pt>
                <c:pt idx="530">
                  <c:v>134.80000000000001</c:v>
                </c:pt>
                <c:pt idx="531">
                  <c:v>135.1</c:v>
                </c:pt>
                <c:pt idx="532">
                  <c:v>135.6</c:v>
                </c:pt>
                <c:pt idx="533">
                  <c:v>136</c:v>
                </c:pt>
                <c:pt idx="534">
                  <c:v>136.19999999999999</c:v>
                </c:pt>
                <c:pt idx="535">
                  <c:v>136.6</c:v>
                </c:pt>
                <c:pt idx="536">
                  <c:v>137</c:v>
                </c:pt>
                <c:pt idx="537">
                  <c:v>137.19999999999999</c:v>
                </c:pt>
                <c:pt idx="538">
                  <c:v>137.80000000000001</c:v>
                </c:pt>
                <c:pt idx="539">
                  <c:v>138.19999999999999</c:v>
                </c:pt>
                <c:pt idx="540">
                  <c:v>138.30000000000001</c:v>
                </c:pt>
                <c:pt idx="541">
                  <c:v>138.6</c:v>
                </c:pt>
                <c:pt idx="542">
                  <c:v>139.1</c:v>
                </c:pt>
                <c:pt idx="543">
                  <c:v>139.4</c:v>
                </c:pt>
                <c:pt idx="544">
                  <c:v>139.69999999999999</c:v>
                </c:pt>
                <c:pt idx="545">
                  <c:v>140.1</c:v>
                </c:pt>
                <c:pt idx="546">
                  <c:v>140.5</c:v>
                </c:pt>
                <c:pt idx="547">
                  <c:v>140.80000000000001</c:v>
                </c:pt>
                <c:pt idx="548">
                  <c:v>141.1</c:v>
                </c:pt>
                <c:pt idx="549">
                  <c:v>141.69999999999999</c:v>
                </c:pt>
                <c:pt idx="550">
                  <c:v>142.1</c:v>
                </c:pt>
                <c:pt idx="551">
                  <c:v>142.30000000000001</c:v>
                </c:pt>
                <c:pt idx="552">
                  <c:v>142.80000000000001</c:v>
                </c:pt>
                <c:pt idx="553">
                  <c:v>143.1</c:v>
                </c:pt>
                <c:pt idx="554">
                  <c:v>143.30000000000001</c:v>
                </c:pt>
                <c:pt idx="555">
                  <c:v>143.80000000000001</c:v>
                </c:pt>
                <c:pt idx="556">
                  <c:v>144.19999999999999</c:v>
                </c:pt>
                <c:pt idx="557">
                  <c:v>144.30000000000001</c:v>
                </c:pt>
                <c:pt idx="558">
                  <c:v>144.5</c:v>
                </c:pt>
                <c:pt idx="559">
                  <c:v>144.80000000000001</c:v>
                </c:pt>
                <c:pt idx="560">
                  <c:v>145</c:v>
                </c:pt>
                <c:pt idx="561">
                  <c:v>145.6</c:v>
                </c:pt>
                <c:pt idx="562">
                  <c:v>146</c:v>
                </c:pt>
                <c:pt idx="563">
                  <c:v>146.30000000000001</c:v>
                </c:pt>
                <c:pt idx="564">
                  <c:v>146.30000000000001</c:v>
                </c:pt>
                <c:pt idx="565">
                  <c:v>146.69999999999999</c:v>
                </c:pt>
                <c:pt idx="566">
                  <c:v>147.1</c:v>
                </c:pt>
                <c:pt idx="567">
                  <c:v>147.19999999999999</c:v>
                </c:pt>
                <c:pt idx="568">
                  <c:v>147.5</c:v>
                </c:pt>
                <c:pt idx="569">
                  <c:v>147.9</c:v>
                </c:pt>
                <c:pt idx="570">
                  <c:v>148.4</c:v>
                </c:pt>
                <c:pt idx="571">
                  <c:v>149</c:v>
                </c:pt>
                <c:pt idx="572">
                  <c:v>149.30000000000001</c:v>
                </c:pt>
                <c:pt idx="573">
                  <c:v>149.4</c:v>
                </c:pt>
                <c:pt idx="574">
                  <c:v>149.80000000000001</c:v>
                </c:pt>
                <c:pt idx="575">
                  <c:v>150.1</c:v>
                </c:pt>
                <c:pt idx="576">
                  <c:v>150.5</c:v>
                </c:pt>
                <c:pt idx="577">
                  <c:v>150.9</c:v>
                </c:pt>
                <c:pt idx="578">
                  <c:v>151.19999999999999</c:v>
                </c:pt>
                <c:pt idx="579">
                  <c:v>151.80000000000001</c:v>
                </c:pt>
                <c:pt idx="580">
                  <c:v>152.1</c:v>
                </c:pt>
                <c:pt idx="581">
                  <c:v>152.4</c:v>
                </c:pt>
                <c:pt idx="582">
                  <c:v>152.6</c:v>
                </c:pt>
                <c:pt idx="583">
                  <c:v>152.9</c:v>
                </c:pt>
                <c:pt idx="584">
                  <c:v>153.1</c:v>
                </c:pt>
                <c:pt idx="585">
                  <c:v>153.5</c:v>
                </c:pt>
                <c:pt idx="586">
                  <c:v>153.69999999999999</c:v>
                </c:pt>
                <c:pt idx="587">
                  <c:v>153.9</c:v>
                </c:pt>
                <c:pt idx="588">
                  <c:v>154.69999999999999</c:v>
                </c:pt>
                <c:pt idx="589">
                  <c:v>155</c:v>
                </c:pt>
                <c:pt idx="590">
                  <c:v>155.5</c:v>
                </c:pt>
                <c:pt idx="591">
                  <c:v>156.1</c:v>
                </c:pt>
                <c:pt idx="592">
                  <c:v>156.4</c:v>
                </c:pt>
                <c:pt idx="593">
                  <c:v>156.69999999999999</c:v>
                </c:pt>
                <c:pt idx="594">
                  <c:v>157</c:v>
                </c:pt>
                <c:pt idx="595">
                  <c:v>157.19999999999999</c:v>
                </c:pt>
                <c:pt idx="596">
                  <c:v>157.69999999999999</c:v>
                </c:pt>
                <c:pt idx="597">
                  <c:v>158.19999999999999</c:v>
                </c:pt>
                <c:pt idx="598">
                  <c:v>158.69999999999999</c:v>
                </c:pt>
                <c:pt idx="599">
                  <c:v>159.1</c:v>
                </c:pt>
                <c:pt idx="600">
                  <c:v>159.4</c:v>
                </c:pt>
                <c:pt idx="601">
                  <c:v>159.69999999999999</c:v>
                </c:pt>
                <c:pt idx="602">
                  <c:v>159.80000000000001</c:v>
                </c:pt>
                <c:pt idx="603">
                  <c:v>159.9</c:v>
                </c:pt>
                <c:pt idx="604">
                  <c:v>159.9</c:v>
                </c:pt>
                <c:pt idx="605">
                  <c:v>160.19999999999999</c:v>
                </c:pt>
                <c:pt idx="606">
                  <c:v>160.4</c:v>
                </c:pt>
                <c:pt idx="607">
                  <c:v>160.80000000000001</c:v>
                </c:pt>
                <c:pt idx="608">
                  <c:v>161.19999999999999</c:v>
                </c:pt>
                <c:pt idx="609">
                  <c:v>161.5</c:v>
                </c:pt>
                <c:pt idx="610">
                  <c:v>161.69999999999999</c:v>
                </c:pt>
                <c:pt idx="611">
                  <c:v>161.80000000000001</c:v>
                </c:pt>
                <c:pt idx="612">
                  <c:v>162</c:v>
                </c:pt>
                <c:pt idx="613">
                  <c:v>162</c:v>
                </c:pt>
                <c:pt idx="614">
                  <c:v>162</c:v>
                </c:pt>
                <c:pt idx="615">
                  <c:v>162.19999999999999</c:v>
                </c:pt>
                <c:pt idx="616">
                  <c:v>162.6</c:v>
                </c:pt>
                <c:pt idx="617">
                  <c:v>162.80000000000001</c:v>
                </c:pt>
                <c:pt idx="618">
                  <c:v>163.19999999999999</c:v>
                </c:pt>
                <c:pt idx="619">
                  <c:v>163.4</c:v>
                </c:pt>
                <c:pt idx="620">
                  <c:v>163.5</c:v>
                </c:pt>
                <c:pt idx="621">
                  <c:v>163.9</c:v>
                </c:pt>
                <c:pt idx="622">
                  <c:v>164.1</c:v>
                </c:pt>
                <c:pt idx="623">
                  <c:v>164.4</c:v>
                </c:pt>
                <c:pt idx="624">
                  <c:v>164.7</c:v>
                </c:pt>
                <c:pt idx="625">
                  <c:v>164.7</c:v>
                </c:pt>
                <c:pt idx="626">
                  <c:v>164.8</c:v>
                </c:pt>
                <c:pt idx="627">
                  <c:v>165.9</c:v>
                </c:pt>
                <c:pt idx="628">
                  <c:v>166</c:v>
                </c:pt>
                <c:pt idx="629">
                  <c:v>166</c:v>
                </c:pt>
                <c:pt idx="630">
                  <c:v>166.7</c:v>
                </c:pt>
                <c:pt idx="631">
                  <c:v>167.1</c:v>
                </c:pt>
                <c:pt idx="632">
                  <c:v>167.8</c:v>
                </c:pt>
                <c:pt idx="633">
                  <c:v>168.1</c:v>
                </c:pt>
                <c:pt idx="634">
                  <c:v>168.4</c:v>
                </c:pt>
                <c:pt idx="635">
                  <c:v>168.8</c:v>
                </c:pt>
                <c:pt idx="636">
                  <c:v>169.3</c:v>
                </c:pt>
                <c:pt idx="637">
                  <c:v>170</c:v>
                </c:pt>
                <c:pt idx="638">
                  <c:v>171</c:v>
                </c:pt>
                <c:pt idx="639">
                  <c:v>170.9</c:v>
                </c:pt>
                <c:pt idx="640">
                  <c:v>171.2</c:v>
                </c:pt>
                <c:pt idx="641">
                  <c:v>172.2</c:v>
                </c:pt>
                <c:pt idx="642">
                  <c:v>172.7</c:v>
                </c:pt>
                <c:pt idx="643">
                  <c:v>172.7</c:v>
                </c:pt>
                <c:pt idx="644">
                  <c:v>173.6</c:v>
                </c:pt>
                <c:pt idx="645">
                  <c:v>173.9</c:v>
                </c:pt>
                <c:pt idx="646">
                  <c:v>174.2</c:v>
                </c:pt>
                <c:pt idx="647">
                  <c:v>174.6</c:v>
                </c:pt>
                <c:pt idx="648">
                  <c:v>175.6</c:v>
                </c:pt>
                <c:pt idx="649">
                  <c:v>176</c:v>
                </c:pt>
                <c:pt idx="650">
                  <c:v>176.1</c:v>
                </c:pt>
                <c:pt idx="651">
                  <c:v>176.4</c:v>
                </c:pt>
                <c:pt idx="652">
                  <c:v>177.3</c:v>
                </c:pt>
                <c:pt idx="653">
                  <c:v>177.7</c:v>
                </c:pt>
                <c:pt idx="654">
                  <c:v>177.4</c:v>
                </c:pt>
                <c:pt idx="655">
                  <c:v>177.4</c:v>
                </c:pt>
                <c:pt idx="656">
                  <c:v>178.1</c:v>
                </c:pt>
                <c:pt idx="657">
                  <c:v>177.6</c:v>
                </c:pt>
                <c:pt idx="658">
                  <c:v>177.5</c:v>
                </c:pt>
                <c:pt idx="659">
                  <c:v>177.4</c:v>
                </c:pt>
                <c:pt idx="660">
                  <c:v>177.7</c:v>
                </c:pt>
                <c:pt idx="661">
                  <c:v>178</c:v>
                </c:pt>
                <c:pt idx="662">
                  <c:v>178.5</c:v>
                </c:pt>
                <c:pt idx="663">
                  <c:v>179.3</c:v>
                </c:pt>
                <c:pt idx="664">
                  <c:v>179.5</c:v>
                </c:pt>
                <c:pt idx="665">
                  <c:v>179.6</c:v>
                </c:pt>
                <c:pt idx="666">
                  <c:v>180</c:v>
                </c:pt>
                <c:pt idx="667">
                  <c:v>180.5</c:v>
                </c:pt>
                <c:pt idx="668">
                  <c:v>180.8</c:v>
                </c:pt>
                <c:pt idx="669">
                  <c:v>181.2</c:v>
                </c:pt>
                <c:pt idx="670">
                  <c:v>181.5</c:v>
                </c:pt>
                <c:pt idx="671">
                  <c:v>181.8</c:v>
                </c:pt>
                <c:pt idx="672">
                  <c:v>182.6</c:v>
                </c:pt>
                <c:pt idx="673">
                  <c:v>183.6</c:v>
                </c:pt>
                <c:pt idx="674">
                  <c:v>183.9</c:v>
                </c:pt>
                <c:pt idx="675">
                  <c:v>183.2</c:v>
                </c:pt>
                <c:pt idx="676">
                  <c:v>182.9</c:v>
                </c:pt>
                <c:pt idx="677">
                  <c:v>183.1</c:v>
                </c:pt>
                <c:pt idx="678">
                  <c:v>183.7</c:v>
                </c:pt>
                <c:pt idx="679">
                  <c:v>184.5</c:v>
                </c:pt>
                <c:pt idx="680">
                  <c:v>185.1</c:v>
                </c:pt>
                <c:pt idx="681">
                  <c:v>184.9</c:v>
                </c:pt>
                <c:pt idx="682">
                  <c:v>185</c:v>
                </c:pt>
                <c:pt idx="683">
                  <c:v>185.5</c:v>
                </c:pt>
                <c:pt idx="684">
                  <c:v>186.3</c:v>
                </c:pt>
                <c:pt idx="685">
                  <c:v>186.7</c:v>
                </c:pt>
                <c:pt idx="686">
                  <c:v>187.1</c:v>
                </c:pt>
                <c:pt idx="687">
                  <c:v>187.4</c:v>
                </c:pt>
                <c:pt idx="688">
                  <c:v>188.2</c:v>
                </c:pt>
                <c:pt idx="689">
                  <c:v>188.9</c:v>
                </c:pt>
                <c:pt idx="690">
                  <c:v>189.1</c:v>
                </c:pt>
                <c:pt idx="691">
                  <c:v>189.2</c:v>
                </c:pt>
                <c:pt idx="692">
                  <c:v>189.8</c:v>
                </c:pt>
                <c:pt idx="693">
                  <c:v>190.8</c:v>
                </c:pt>
                <c:pt idx="694">
                  <c:v>191.7</c:v>
                </c:pt>
                <c:pt idx="695">
                  <c:v>191.7</c:v>
                </c:pt>
                <c:pt idx="696">
                  <c:v>191.6</c:v>
                </c:pt>
                <c:pt idx="697">
                  <c:v>192.4</c:v>
                </c:pt>
                <c:pt idx="698">
                  <c:v>193.1</c:v>
                </c:pt>
                <c:pt idx="699">
                  <c:v>193.7</c:v>
                </c:pt>
                <c:pt idx="700">
                  <c:v>193.6</c:v>
                </c:pt>
                <c:pt idx="701">
                  <c:v>193.7</c:v>
                </c:pt>
                <c:pt idx="702">
                  <c:v>194.9</c:v>
                </c:pt>
                <c:pt idx="703">
                  <c:v>196.1</c:v>
                </c:pt>
                <c:pt idx="704">
                  <c:v>198.8</c:v>
                </c:pt>
                <c:pt idx="705">
                  <c:v>199.1</c:v>
                </c:pt>
                <c:pt idx="706">
                  <c:v>198.1</c:v>
                </c:pt>
                <c:pt idx="707">
                  <c:v>198.1</c:v>
                </c:pt>
                <c:pt idx="708">
                  <c:v>199.3</c:v>
                </c:pt>
                <c:pt idx="709">
                  <c:v>199.4</c:v>
                </c:pt>
                <c:pt idx="710">
                  <c:v>199.7</c:v>
                </c:pt>
                <c:pt idx="711">
                  <c:v>200.7</c:v>
                </c:pt>
                <c:pt idx="712">
                  <c:v>201.3</c:v>
                </c:pt>
                <c:pt idx="713">
                  <c:v>201.8</c:v>
                </c:pt>
                <c:pt idx="714">
                  <c:v>202.9</c:v>
                </c:pt>
                <c:pt idx="715">
                  <c:v>203.8</c:v>
                </c:pt>
                <c:pt idx="716">
                  <c:v>202.8</c:v>
                </c:pt>
                <c:pt idx="717">
                  <c:v>201.9</c:v>
                </c:pt>
                <c:pt idx="718">
                  <c:v>202</c:v>
                </c:pt>
                <c:pt idx="719">
                  <c:v>203.1</c:v>
                </c:pt>
                <c:pt idx="720">
                  <c:v>203.43700000000001</c:v>
                </c:pt>
                <c:pt idx="721">
                  <c:v>204.226</c:v>
                </c:pt>
                <c:pt idx="722">
                  <c:v>205.28800000000001</c:v>
                </c:pt>
                <c:pt idx="723">
                  <c:v>205.904</c:v>
                </c:pt>
                <c:pt idx="724">
                  <c:v>206.755</c:v>
                </c:pt>
                <c:pt idx="725">
                  <c:v>207.23400000000001</c:v>
                </c:pt>
                <c:pt idx="726">
                  <c:v>207.60300000000001</c:v>
                </c:pt>
                <c:pt idx="727">
                  <c:v>207.667</c:v>
                </c:pt>
                <c:pt idx="728">
                  <c:v>208.547</c:v>
                </c:pt>
                <c:pt idx="729">
                  <c:v>209.19</c:v>
                </c:pt>
                <c:pt idx="730">
                  <c:v>210.834</c:v>
                </c:pt>
                <c:pt idx="731">
                  <c:v>211.44499999999999</c:v>
                </c:pt>
                <c:pt idx="732">
                  <c:v>212.17400000000001</c:v>
                </c:pt>
                <c:pt idx="733">
                  <c:v>212.68700000000001</c:v>
                </c:pt>
                <c:pt idx="734">
                  <c:v>213.44800000000001</c:v>
                </c:pt>
                <c:pt idx="735">
                  <c:v>213.94200000000001</c:v>
                </c:pt>
                <c:pt idx="736">
                  <c:v>215.208</c:v>
                </c:pt>
                <c:pt idx="737">
                  <c:v>217.46299999999999</c:v>
                </c:pt>
                <c:pt idx="738">
                  <c:v>219.01599999999999</c:v>
                </c:pt>
                <c:pt idx="739">
                  <c:v>218.69</c:v>
                </c:pt>
                <c:pt idx="740">
                  <c:v>218.87700000000001</c:v>
                </c:pt>
                <c:pt idx="741">
                  <c:v>216.995</c:v>
                </c:pt>
                <c:pt idx="742">
                  <c:v>213.15299999999999</c:v>
                </c:pt>
                <c:pt idx="743">
                  <c:v>211.398</c:v>
                </c:pt>
                <c:pt idx="744">
                  <c:v>211.93299999999999</c:v>
                </c:pt>
                <c:pt idx="745">
                  <c:v>212.70500000000001</c:v>
                </c:pt>
                <c:pt idx="746">
                  <c:v>212.495</c:v>
                </c:pt>
                <c:pt idx="747">
                  <c:v>212.709</c:v>
                </c:pt>
                <c:pt idx="748">
                  <c:v>213.02199999999999</c:v>
                </c:pt>
                <c:pt idx="749">
                  <c:v>214.79</c:v>
                </c:pt>
                <c:pt idx="750">
                  <c:v>214.726</c:v>
                </c:pt>
                <c:pt idx="751">
                  <c:v>215.44499999999999</c:v>
                </c:pt>
                <c:pt idx="752">
                  <c:v>215.86099999999999</c:v>
                </c:pt>
                <c:pt idx="753">
                  <c:v>216.50899999999999</c:v>
                </c:pt>
                <c:pt idx="754">
                  <c:v>217.23400000000001</c:v>
                </c:pt>
                <c:pt idx="755">
                  <c:v>217.34700000000001</c:v>
                </c:pt>
                <c:pt idx="756">
                  <c:v>217.488</c:v>
                </c:pt>
                <c:pt idx="757">
                  <c:v>217.28100000000001</c:v>
                </c:pt>
                <c:pt idx="758">
                  <c:v>217.35300000000001</c:v>
                </c:pt>
                <c:pt idx="759">
                  <c:v>217.40299999999999</c:v>
                </c:pt>
                <c:pt idx="760">
                  <c:v>217.29</c:v>
                </c:pt>
                <c:pt idx="761">
                  <c:v>217.19900000000001</c:v>
                </c:pt>
                <c:pt idx="762">
                  <c:v>217.60499999999999</c:v>
                </c:pt>
                <c:pt idx="763">
                  <c:v>217.923</c:v>
                </c:pt>
                <c:pt idx="764">
                  <c:v>218.27500000000001</c:v>
                </c:pt>
                <c:pt idx="765">
                  <c:v>219.035</c:v>
                </c:pt>
                <c:pt idx="766">
                  <c:v>219.59</c:v>
                </c:pt>
                <c:pt idx="767">
                  <c:v>220.47200000000001</c:v>
                </c:pt>
                <c:pt idx="768">
                  <c:v>221.18700000000001</c:v>
                </c:pt>
                <c:pt idx="769">
                  <c:v>221.898</c:v>
                </c:pt>
                <c:pt idx="770">
                  <c:v>223.04599999999999</c:v>
                </c:pt>
                <c:pt idx="771">
                  <c:v>224.09299999999999</c:v>
                </c:pt>
                <c:pt idx="772">
                  <c:v>224.80600000000001</c:v>
                </c:pt>
                <c:pt idx="773">
                  <c:v>224.80600000000001</c:v>
                </c:pt>
                <c:pt idx="774">
                  <c:v>225.39500000000001</c:v>
                </c:pt>
                <c:pt idx="775">
                  <c:v>226.10599999999999</c:v>
                </c:pt>
                <c:pt idx="776">
                  <c:v>226.59700000000001</c:v>
                </c:pt>
                <c:pt idx="777">
                  <c:v>226.75</c:v>
                </c:pt>
                <c:pt idx="778">
                  <c:v>227.16900000000001</c:v>
                </c:pt>
                <c:pt idx="779">
                  <c:v>227.22300000000001</c:v>
                </c:pt>
                <c:pt idx="780">
                  <c:v>227.84200000000001</c:v>
                </c:pt>
                <c:pt idx="781">
                  <c:v>228.32900000000001</c:v>
                </c:pt>
                <c:pt idx="782">
                  <c:v>228.80699999999999</c:v>
                </c:pt>
                <c:pt idx="783">
                  <c:v>229.18700000000001</c:v>
                </c:pt>
                <c:pt idx="784">
                  <c:v>228.71299999999999</c:v>
                </c:pt>
                <c:pt idx="785">
                  <c:v>228.524</c:v>
                </c:pt>
                <c:pt idx="786">
                  <c:v>228.59</c:v>
                </c:pt>
                <c:pt idx="787">
                  <c:v>229.91800000000001</c:v>
                </c:pt>
                <c:pt idx="788">
                  <c:v>231.01499999999999</c:v>
                </c:pt>
                <c:pt idx="789">
                  <c:v>231.63800000000001</c:v>
                </c:pt>
                <c:pt idx="790">
                  <c:v>231.249</c:v>
                </c:pt>
                <c:pt idx="791">
                  <c:v>231.221</c:v>
                </c:pt>
                <c:pt idx="792">
                  <c:v>231.679</c:v>
                </c:pt>
                <c:pt idx="793">
                  <c:v>232.93700000000001</c:v>
                </c:pt>
                <c:pt idx="794">
                  <c:v>232.28200000000001</c:v>
                </c:pt>
                <c:pt idx="795">
                  <c:v>231.797</c:v>
                </c:pt>
                <c:pt idx="796">
                  <c:v>231.893</c:v>
                </c:pt>
                <c:pt idx="797">
                  <c:v>232.44499999999999</c:v>
                </c:pt>
                <c:pt idx="798">
                  <c:v>232.9</c:v>
                </c:pt>
                <c:pt idx="799">
                  <c:v>233.45599999999999</c:v>
                </c:pt>
                <c:pt idx="800">
                  <c:v>233.54400000000001</c:v>
                </c:pt>
                <c:pt idx="801">
                  <c:v>233.66900000000001</c:v>
                </c:pt>
                <c:pt idx="802">
                  <c:v>234.1</c:v>
                </c:pt>
                <c:pt idx="803">
                  <c:v>234.71899999999999</c:v>
                </c:pt>
                <c:pt idx="804">
                  <c:v>235.28800000000001</c:v>
                </c:pt>
                <c:pt idx="805">
                  <c:v>235.547</c:v>
                </c:pt>
                <c:pt idx="806">
                  <c:v>236.02799999999999</c:v>
                </c:pt>
                <c:pt idx="807">
                  <c:v>236.46799999999999</c:v>
                </c:pt>
                <c:pt idx="808">
                  <c:v>236.91800000000001</c:v>
                </c:pt>
                <c:pt idx="809">
                  <c:v>237.23099999999999</c:v>
                </c:pt>
                <c:pt idx="810">
                  <c:v>237.49799999999999</c:v>
                </c:pt>
                <c:pt idx="811">
                  <c:v>237.46</c:v>
                </c:pt>
                <c:pt idx="812">
                  <c:v>237.477</c:v>
                </c:pt>
                <c:pt idx="813">
                  <c:v>237.43</c:v>
                </c:pt>
                <c:pt idx="814">
                  <c:v>236.983</c:v>
                </c:pt>
                <c:pt idx="815">
                  <c:v>236.25200000000001</c:v>
                </c:pt>
                <c:pt idx="816">
                  <c:v>234.74700000000001</c:v>
                </c:pt>
                <c:pt idx="817">
                  <c:v>235.34200000000001</c:v>
                </c:pt>
                <c:pt idx="818">
                  <c:v>235.976</c:v>
                </c:pt>
                <c:pt idx="819">
                  <c:v>236.22200000000001</c:v>
                </c:pt>
                <c:pt idx="820">
                  <c:v>237.001</c:v>
                </c:pt>
                <c:pt idx="821">
                  <c:v>237.65700000000001</c:v>
                </c:pt>
                <c:pt idx="822">
                  <c:v>238.03399999999999</c:v>
                </c:pt>
                <c:pt idx="823">
                  <c:v>238.03299999999999</c:v>
                </c:pt>
                <c:pt idx="824">
                  <c:v>237.49799999999999</c:v>
                </c:pt>
                <c:pt idx="825">
                  <c:v>237.733</c:v>
                </c:pt>
                <c:pt idx="826">
                  <c:v>238.017</c:v>
                </c:pt>
                <c:pt idx="827">
                  <c:v>237.761</c:v>
                </c:pt>
                <c:pt idx="828">
                  <c:v>237.65199999999999</c:v>
                </c:pt>
                <c:pt idx="829">
                  <c:v>237.33600000000001</c:v>
                </c:pt>
                <c:pt idx="830">
                  <c:v>238.08</c:v>
                </c:pt>
                <c:pt idx="831">
                  <c:v>238.99199999999999</c:v>
                </c:pt>
                <c:pt idx="832">
                  <c:v>239.55699999999999</c:v>
                </c:pt>
                <c:pt idx="833">
                  <c:v>240.22200000000001</c:v>
                </c:pt>
                <c:pt idx="834">
                  <c:v>240.101</c:v>
                </c:pt>
                <c:pt idx="835">
                  <c:v>240.54499999999999</c:v>
                </c:pt>
                <c:pt idx="836">
                  <c:v>241.17599999999999</c:v>
                </c:pt>
                <c:pt idx="837">
                  <c:v>241.74100000000001</c:v>
                </c:pt>
                <c:pt idx="838">
                  <c:v>242.02600000000001</c:v>
                </c:pt>
                <c:pt idx="839">
                  <c:v>242.637</c:v>
                </c:pt>
                <c:pt idx="840">
                  <c:v>243.61799999999999</c:v>
                </c:pt>
                <c:pt idx="841">
                  <c:v>244.006</c:v>
                </c:pt>
                <c:pt idx="842">
                  <c:v>243.892</c:v>
                </c:pt>
                <c:pt idx="843">
                  <c:v>244.19300000000001</c:v>
                </c:pt>
                <c:pt idx="844">
                  <c:v>244.00399999999999</c:v>
                </c:pt>
                <c:pt idx="845">
                  <c:v>244.16300000000001</c:v>
                </c:pt>
                <c:pt idx="846">
                  <c:v>244.24299999999999</c:v>
                </c:pt>
                <c:pt idx="847">
                  <c:v>245.18299999999999</c:v>
                </c:pt>
                <c:pt idx="848">
                  <c:v>246.435</c:v>
                </c:pt>
                <c:pt idx="849">
                  <c:v>246.626</c:v>
                </c:pt>
                <c:pt idx="850">
                  <c:v>247.28399999999999</c:v>
                </c:pt>
                <c:pt idx="851">
                  <c:v>247.80500000000001</c:v>
                </c:pt>
                <c:pt idx="852">
                  <c:v>248.85900000000001</c:v>
                </c:pt>
                <c:pt idx="853">
                  <c:v>249.529</c:v>
                </c:pt>
                <c:pt idx="854">
                  <c:v>249.577</c:v>
                </c:pt>
                <c:pt idx="855">
                  <c:v>250.227</c:v>
                </c:pt>
                <c:pt idx="856">
                  <c:v>250.792</c:v>
                </c:pt>
                <c:pt idx="857">
                  <c:v>251.018</c:v>
                </c:pt>
                <c:pt idx="858">
                  <c:v>251.214</c:v>
                </c:pt>
                <c:pt idx="859">
                  <c:v>251.66300000000001</c:v>
                </c:pt>
                <c:pt idx="860">
                  <c:v>252.18199999999999</c:v>
                </c:pt>
                <c:pt idx="861">
                  <c:v>252.77199999999999</c:v>
                </c:pt>
                <c:pt idx="862">
                  <c:v>252.59399999999999</c:v>
                </c:pt>
                <c:pt idx="863">
                  <c:v>252.767</c:v>
                </c:pt>
                <c:pt idx="864">
                  <c:v>252.56100000000001</c:v>
                </c:pt>
                <c:pt idx="865">
                  <c:v>253.31899999999999</c:v>
                </c:pt>
                <c:pt idx="866">
                  <c:v>254.27699999999999</c:v>
                </c:pt>
                <c:pt idx="867">
                  <c:v>255.233</c:v>
                </c:pt>
                <c:pt idx="868">
                  <c:v>255.29599999999999</c:v>
                </c:pt>
                <c:pt idx="869">
                  <c:v>255.21299999999999</c:v>
                </c:pt>
                <c:pt idx="870">
                  <c:v>255.80199999999999</c:v>
                </c:pt>
                <c:pt idx="871">
                  <c:v>256.036</c:v>
                </c:pt>
                <c:pt idx="872">
                  <c:v>256.43</c:v>
                </c:pt>
                <c:pt idx="873">
                  <c:v>257.15499999999997</c:v>
                </c:pt>
                <c:pt idx="874">
                  <c:v>257.87900000000002</c:v>
                </c:pt>
                <c:pt idx="875">
                  <c:v>258.63</c:v>
                </c:pt>
                <c:pt idx="876">
                  <c:v>259.12700000000001</c:v>
                </c:pt>
                <c:pt idx="877">
                  <c:v>259.25</c:v>
                </c:pt>
                <c:pt idx="878">
                  <c:v>258.07600000000002</c:v>
                </c:pt>
                <c:pt idx="879">
                  <c:v>256.03199999999998</c:v>
                </c:pt>
                <c:pt idx="880">
                  <c:v>255.80199999999999</c:v>
                </c:pt>
                <c:pt idx="881">
                  <c:v>257.04199999999997</c:v>
                </c:pt>
                <c:pt idx="882">
                  <c:v>258.35199999999998</c:v>
                </c:pt>
                <c:pt idx="883">
                  <c:v>259.31599999999997</c:v>
                </c:pt>
                <c:pt idx="884">
                  <c:v>259.99700000000001</c:v>
                </c:pt>
                <c:pt idx="885">
                  <c:v>260.31900000000002</c:v>
                </c:pt>
                <c:pt idx="886">
                  <c:v>260.911</c:v>
                </c:pt>
                <c:pt idx="887">
                  <c:v>262.04500000000002</c:v>
                </c:pt>
                <c:pt idx="888">
                  <c:v>262.63900000000001</c:v>
                </c:pt>
                <c:pt idx="889">
                  <c:v>263.57299999999998</c:v>
                </c:pt>
                <c:pt idx="890">
                  <c:v>264.84699999999998</c:v>
                </c:pt>
                <c:pt idx="891">
                  <c:v>266.625</c:v>
                </c:pt>
                <c:pt idx="892">
                  <c:v>268.404</c:v>
                </c:pt>
                <c:pt idx="893">
                  <c:v>270.70999999999998</c:v>
                </c:pt>
                <c:pt idx="894">
                  <c:v>271.96499999999997</c:v>
                </c:pt>
                <c:pt idx="895">
                  <c:v>272.75200000000001</c:v>
                </c:pt>
                <c:pt idx="896">
                  <c:v>273.94200000000001</c:v>
                </c:pt>
                <c:pt idx="897">
                  <c:v>276.52800000000002</c:v>
                </c:pt>
                <c:pt idx="898">
                  <c:v>278.82400000000001</c:v>
                </c:pt>
                <c:pt idx="899">
                  <c:v>280.80599999999998</c:v>
                </c:pt>
                <c:pt idx="900">
                  <c:v>282.54199999999997</c:v>
                </c:pt>
                <c:pt idx="901">
                  <c:v>284.52499999999998</c:v>
                </c:pt>
                <c:pt idx="902">
                  <c:v>287.46699999999998</c:v>
                </c:pt>
                <c:pt idx="903">
                  <c:v>288.58199999999999</c:v>
                </c:pt>
                <c:pt idx="904">
                  <c:v>291.29899999999998</c:v>
                </c:pt>
                <c:pt idx="905">
                  <c:v>295.072</c:v>
                </c:pt>
                <c:pt idx="906">
                  <c:v>294.94</c:v>
                </c:pt>
                <c:pt idx="907">
                  <c:v>295.16199999999998</c:v>
                </c:pt>
                <c:pt idx="908">
                  <c:v>296.42099999999999</c:v>
                </c:pt>
                <c:pt idx="909">
                  <c:v>297.97899999999998</c:v>
                </c:pt>
                <c:pt idx="910">
                  <c:v>298.70800000000003</c:v>
                </c:pt>
                <c:pt idx="911">
                  <c:v>298.80799999999999</c:v>
                </c:pt>
                <c:pt idx="912">
                  <c:v>300.45600000000002</c:v>
                </c:pt>
                <c:pt idx="913">
                  <c:v>301.476</c:v>
                </c:pt>
                <c:pt idx="914">
                  <c:v>301.64299999999997</c:v>
                </c:pt>
                <c:pt idx="915">
                  <c:v>302.858</c:v>
                </c:pt>
                <c:pt idx="916">
                  <c:v>303.31599999999997</c:v>
                </c:pt>
                <c:pt idx="917">
                  <c:v>304.09899999999999</c:v>
                </c:pt>
                <c:pt idx="918">
                  <c:v>304.61500000000001</c:v>
                </c:pt>
                <c:pt idx="919">
                  <c:v>306.13799999999998</c:v>
                </c:pt>
                <c:pt idx="920">
                  <c:v>307.37400000000002</c:v>
                </c:pt>
                <c:pt idx="921">
                  <c:v>307.65300000000002</c:v>
                </c:pt>
                <c:pt idx="922">
                  <c:v>308.08699999999999</c:v>
                </c:pt>
                <c:pt idx="923">
                  <c:v>308.73500000000001</c:v>
                </c:pt>
                <c:pt idx="924">
                  <c:v>309.79399999999998</c:v>
                </c:pt>
                <c:pt idx="925">
                  <c:v>311.02199999999999</c:v>
                </c:pt>
                <c:pt idx="926">
                  <c:v>312.10700000000003</c:v>
                </c:pt>
                <c:pt idx="927">
                  <c:v>313.01600000000002</c:v>
                </c:pt>
                <c:pt idx="928">
                  <c:v>313.14</c:v>
                </c:pt>
                <c:pt idx="929">
                  <c:v>313.13099999999997</c:v>
                </c:pt>
                <c:pt idx="930">
                  <c:v>313.56599999999997</c:v>
                </c:pt>
                <c:pt idx="931">
                  <c:v>314.13099999999997</c:v>
                </c:pt>
                <c:pt idx="932">
                  <c:v>314.851</c:v>
                </c:pt>
                <c:pt idx="933">
                  <c:v>315.56400000000002</c:v>
                </c:pt>
                <c:pt idx="934">
                  <c:v>316.44900000000001</c:v>
                </c:pt>
                <c:pt idx="935">
                  <c:v>317.60300000000001</c:v>
                </c:pt>
                <c:pt idx="936">
                  <c:v>319.08600000000001</c:v>
                </c:pt>
                <c:pt idx="937">
                  <c:v>319.77499999999998</c:v>
                </c:pt>
                <c:pt idx="938">
                  <c:v>319.61500000000001</c:v>
                </c:pt>
                <c:pt idx="939">
                  <c:v>320.32100000000003</c:v>
                </c:pt>
                <c:pt idx="940">
                  <c:v>320.58</c:v>
                </c:pt>
                <c:pt idx="941">
                  <c:v>321.5</c:v>
                </c:pt>
                <c:pt idx="942">
                  <c:v>322.13200000000001</c:v>
                </c:pt>
                <c:pt idx="943">
                  <c:v>323.36399999999998</c:v>
                </c:pt>
                <c:pt idx="944">
                  <c:v>324.36799999999999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FB-4ABC-BB74-5CBFD77FB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74374143"/>
        <c:axId val="2074377983"/>
      </c:lineChart>
      <c:catAx>
        <c:axId val="207437414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crossAx val="2074377983"/>
        <c:crosses val="autoZero"/>
        <c:auto val="1"/>
        <c:lblAlgn val="ctr"/>
        <c:lblOffset val="100"/>
        <c:noMultiLvlLbl val="0"/>
      </c:catAx>
      <c:valAx>
        <c:axId val="2074377983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CPIAUCSL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2074374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Stock Price Index for United States</a:t>
            </a:r>
            <a:br>
              <a:rPr lang="en-US"/>
            </a:br>
            <a:r>
              <a:rPr lang="en-US"/>
              <a:t>1914 - 1968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5915729345858448E-2"/>
          <c:y val="1.4559809564583633E-2"/>
          <c:w val="0.94193678988454377"/>
          <c:h val="0.81503436010850083"/>
        </c:manualLayout>
      </c:layout>
      <c:lineChart>
        <c:grouping val="standard"/>
        <c:varyColors val="0"/>
        <c:ser>
          <c:idx val="0"/>
          <c:order val="0"/>
          <c:tx>
            <c:strRef>
              <c:f>'M1109BUSM293NNBR (1)'!$B$1</c:f>
              <c:strCache>
                <c:ptCount val="1"/>
                <c:pt idx="0">
                  <c:v>M1109BUSM293NNBR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'M1109BUSM293NNBR (1)'!$A$2:$A$650</c:f>
              <c:numCache>
                <c:formatCode>m/d/yyyy</c:formatCode>
                <c:ptCount val="649"/>
                <c:pt idx="0">
                  <c:v>5449</c:v>
                </c:pt>
                <c:pt idx="1">
                  <c:v>5480</c:v>
                </c:pt>
                <c:pt idx="2">
                  <c:v>5511</c:v>
                </c:pt>
                <c:pt idx="3">
                  <c:v>5539</c:v>
                </c:pt>
                <c:pt idx="4">
                  <c:v>5570</c:v>
                </c:pt>
                <c:pt idx="5">
                  <c:v>5600</c:v>
                </c:pt>
                <c:pt idx="6">
                  <c:v>5631</c:v>
                </c:pt>
                <c:pt idx="7">
                  <c:v>5661</c:v>
                </c:pt>
                <c:pt idx="8">
                  <c:v>5692</c:v>
                </c:pt>
                <c:pt idx="9">
                  <c:v>5723</c:v>
                </c:pt>
                <c:pt idx="10">
                  <c:v>5753</c:v>
                </c:pt>
                <c:pt idx="11">
                  <c:v>5784</c:v>
                </c:pt>
                <c:pt idx="12">
                  <c:v>5814</c:v>
                </c:pt>
                <c:pt idx="13">
                  <c:v>5845</c:v>
                </c:pt>
                <c:pt idx="14">
                  <c:v>5876</c:v>
                </c:pt>
                <c:pt idx="15">
                  <c:v>5905</c:v>
                </c:pt>
                <c:pt idx="16">
                  <c:v>5936</c:v>
                </c:pt>
                <c:pt idx="17">
                  <c:v>5966</c:v>
                </c:pt>
                <c:pt idx="18">
                  <c:v>5997</c:v>
                </c:pt>
                <c:pt idx="19">
                  <c:v>6027</c:v>
                </c:pt>
                <c:pt idx="20">
                  <c:v>6058</c:v>
                </c:pt>
                <c:pt idx="21">
                  <c:v>6089</c:v>
                </c:pt>
                <c:pt idx="22">
                  <c:v>6119</c:v>
                </c:pt>
                <c:pt idx="23">
                  <c:v>6150</c:v>
                </c:pt>
                <c:pt idx="24">
                  <c:v>6180</c:v>
                </c:pt>
                <c:pt idx="25">
                  <c:v>6211</c:v>
                </c:pt>
                <c:pt idx="26">
                  <c:v>6242</c:v>
                </c:pt>
                <c:pt idx="27">
                  <c:v>6270</c:v>
                </c:pt>
                <c:pt idx="28">
                  <c:v>6301</c:v>
                </c:pt>
                <c:pt idx="29">
                  <c:v>6331</c:v>
                </c:pt>
                <c:pt idx="30">
                  <c:v>6362</c:v>
                </c:pt>
                <c:pt idx="31">
                  <c:v>6392</c:v>
                </c:pt>
                <c:pt idx="32">
                  <c:v>6423</c:v>
                </c:pt>
                <c:pt idx="33">
                  <c:v>6454</c:v>
                </c:pt>
                <c:pt idx="34">
                  <c:v>6484</c:v>
                </c:pt>
                <c:pt idx="35">
                  <c:v>6515</c:v>
                </c:pt>
                <c:pt idx="36">
                  <c:v>6545</c:v>
                </c:pt>
                <c:pt idx="37">
                  <c:v>6576</c:v>
                </c:pt>
                <c:pt idx="38">
                  <c:v>6607</c:v>
                </c:pt>
                <c:pt idx="39">
                  <c:v>6635</c:v>
                </c:pt>
                <c:pt idx="40">
                  <c:v>6666</c:v>
                </c:pt>
                <c:pt idx="41">
                  <c:v>6696</c:v>
                </c:pt>
                <c:pt idx="42">
                  <c:v>6727</c:v>
                </c:pt>
                <c:pt idx="43">
                  <c:v>6757</c:v>
                </c:pt>
                <c:pt idx="44">
                  <c:v>6788</c:v>
                </c:pt>
                <c:pt idx="45">
                  <c:v>6819</c:v>
                </c:pt>
                <c:pt idx="46">
                  <c:v>6849</c:v>
                </c:pt>
                <c:pt idx="47">
                  <c:v>6880</c:v>
                </c:pt>
                <c:pt idx="48">
                  <c:v>6910</c:v>
                </c:pt>
                <c:pt idx="49">
                  <c:v>6941</c:v>
                </c:pt>
                <c:pt idx="50">
                  <c:v>6972</c:v>
                </c:pt>
                <c:pt idx="51">
                  <c:v>7000</c:v>
                </c:pt>
                <c:pt idx="52">
                  <c:v>7031</c:v>
                </c:pt>
                <c:pt idx="53">
                  <c:v>7061</c:v>
                </c:pt>
                <c:pt idx="54">
                  <c:v>7092</c:v>
                </c:pt>
                <c:pt idx="55">
                  <c:v>7122</c:v>
                </c:pt>
                <c:pt idx="56">
                  <c:v>7153</c:v>
                </c:pt>
                <c:pt idx="57">
                  <c:v>7184</c:v>
                </c:pt>
                <c:pt idx="58">
                  <c:v>7214</c:v>
                </c:pt>
                <c:pt idx="59">
                  <c:v>7245</c:v>
                </c:pt>
                <c:pt idx="60">
                  <c:v>7275</c:v>
                </c:pt>
                <c:pt idx="61">
                  <c:v>7306</c:v>
                </c:pt>
                <c:pt idx="62">
                  <c:v>7337</c:v>
                </c:pt>
                <c:pt idx="63">
                  <c:v>7366</c:v>
                </c:pt>
                <c:pt idx="64">
                  <c:v>7397</c:v>
                </c:pt>
                <c:pt idx="65">
                  <c:v>7427</c:v>
                </c:pt>
                <c:pt idx="66">
                  <c:v>7458</c:v>
                </c:pt>
                <c:pt idx="67">
                  <c:v>7488</c:v>
                </c:pt>
                <c:pt idx="68">
                  <c:v>7519</c:v>
                </c:pt>
                <c:pt idx="69">
                  <c:v>7550</c:v>
                </c:pt>
                <c:pt idx="70">
                  <c:v>7580</c:v>
                </c:pt>
                <c:pt idx="71">
                  <c:v>7611</c:v>
                </c:pt>
                <c:pt idx="72">
                  <c:v>7641</c:v>
                </c:pt>
                <c:pt idx="73">
                  <c:v>7672</c:v>
                </c:pt>
                <c:pt idx="74">
                  <c:v>7703</c:v>
                </c:pt>
                <c:pt idx="75">
                  <c:v>7731</c:v>
                </c:pt>
                <c:pt idx="76">
                  <c:v>7762</c:v>
                </c:pt>
                <c:pt idx="77">
                  <c:v>7792</c:v>
                </c:pt>
                <c:pt idx="78">
                  <c:v>7823</c:v>
                </c:pt>
                <c:pt idx="79">
                  <c:v>7853</c:v>
                </c:pt>
                <c:pt idx="80">
                  <c:v>7884</c:v>
                </c:pt>
                <c:pt idx="81">
                  <c:v>7915</c:v>
                </c:pt>
                <c:pt idx="82">
                  <c:v>7945</c:v>
                </c:pt>
                <c:pt idx="83">
                  <c:v>7976</c:v>
                </c:pt>
                <c:pt idx="84">
                  <c:v>8006</c:v>
                </c:pt>
                <c:pt idx="85">
                  <c:v>8037</c:v>
                </c:pt>
                <c:pt idx="86">
                  <c:v>8068</c:v>
                </c:pt>
                <c:pt idx="87">
                  <c:v>8096</c:v>
                </c:pt>
                <c:pt idx="88">
                  <c:v>8127</c:v>
                </c:pt>
                <c:pt idx="89">
                  <c:v>8157</c:v>
                </c:pt>
                <c:pt idx="90">
                  <c:v>8188</c:v>
                </c:pt>
                <c:pt idx="91">
                  <c:v>8218</c:v>
                </c:pt>
                <c:pt idx="92">
                  <c:v>8249</c:v>
                </c:pt>
                <c:pt idx="93">
                  <c:v>8280</c:v>
                </c:pt>
                <c:pt idx="94">
                  <c:v>8310</c:v>
                </c:pt>
                <c:pt idx="95">
                  <c:v>8341</c:v>
                </c:pt>
                <c:pt idx="96">
                  <c:v>8371</c:v>
                </c:pt>
                <c:pt idx="97">
                  <c:v>8402</c:v>
                </c:pt>
                <c:pt idx="98">
                  <c:v>8433</c:v>
                </c:pt>
                <c:pt idx="99">
                  <c:v>8461</c:v>
                </c:pt>
                <c:pt idx="100">
                  <c:v>8492</c:v>
                </c:pt>
                <c:pt idx="101">
                  <c:v>8522</c:v>
                </c:pt>
                <c:pt idx="102">
                  <c:v>8553</c:v>
                </c:pt>
                <c:pt idx="103">
                  <c:v>8583</c:v>
                </c:pt>
                <c:pt idx="104">
                  <c:v>8614</c:v>
                </c:pt>
                <c:pt idx="105">
                  <c:v>8645</c:v>
                </c:pt>
                <c:pt idx="106">
                  <c:v>8675</c:v>
                </c:pt>
                <c:pt idx="107">
                  <c:v>8706</c:v>
                </c:pt>
                <c:pt idx="108">
                  <c:v>8736</c:v>
                </c:pt>
                <c:pt idx="109">
                  <c:v>8767</c:v>
                </c:pt>
                <c:pt idx="110">
                  <c:v>8798</c:v>
                </c:pt>
                <c:pt idx="111">
                  <c:v>8827</c:v>
                </c:pt>
                <c:pt idx="112">
                  <c:v>8858</c:v>
                </c:pt>
                <c:pt idx="113">
                  <c:v>8888</c:v>
                </c:pt>
                <c:pt idx="114">
                  <c:v>8919</c:v>
                </c:pt>
                <c:pt idx="115">
                  <c:v>8949</c:v>
                </c:pt>
                <c:pt idx="116">
                  <c:v>8980</c:v>
                </c:pt>
                <c:pt idx="117">
                  <c:v>9011</c:v>
                </c:pt>
                <c:pt idx="118">
                  <c:v>9041</c:v>
                </c:pt>
                <c:pt idx="119">
                  <c:v>9072</c:v>
                </c:pt>
                <c:pt idx="120">
                  <c:v>9102</c:v>
                </c:pt>
                <c:pt idx="121">
                  <c:v>9133</c:v>
                </c:pt>
                <c:pt idx="122">
                  <c:v>9164</c:v>
                </c:pt>
                <c:pt idx="123">
                  <c:v>9192</c:v>
                </c:pt>
                <c:pt idx="124">
                  <c:v>9223</c:v>
                </c:pt>
                <c:pt idx="125">
                  <c:v>9253</c:v>
                </c:pt>
                <c:pt idx="126">
                  <c:v>9284</c:v>
                </c:pt>
                <c:pt idx="127">
                  <c:v>9314</c:v>
                </c:pt>
                <c:pt idx="128">
                  <c:v>9345</c:v>
                </c:pt>
                <c:pt idx="129">
                  <c:v>9376</c:v>
                </c:pt>
                <c:pt idx="130">
                  <c:v>9406</c:v>
                </c:pt>
                <c:pt idx="131">
                  <c:v>9437</c:v>
                </c:pt>
                <c:pt idx="132">
                  <c:v>9467</c:v>
                </c:pt>
                <c:pt idx="133">
                  <c:v>9498</c:v>
                </c:pt>
                <c:pt idx="134">
                  <c:v>9529</c:v>
                </c:pt>
                <c:pt idx="135">
                  <c:v>9557</c:v>
                </c:pt>
                <c:pt idx="136">
                  <c:v>9588</c:v>
                </c:pt>
                <c:pt idx="137">
                  <c:v>9618</c:v>
                </c:pt>
                <c:pt idx="138">
                  <c:v>9649</c:v>
                </c:pt>
                <c:pt idx="139">
                  <c:v>9679</c:v>
                </c:pt>
                <c:pt idx="140">
                  <c:v>9710</c:v>
                </c:pt>
                <c:pt idx="141">
                  <c:v>9741</c:v>
                </c:pt>
                <c:pt idx="142">
                  <c:v>9771</c:v>
                </c:pt>
                <c:pt idx="143">
                  <c:v>9802</c:v>
                </c:pt>
                <c:pt idx="144">
                  <c:v>9832</c:v>
                </c:pt>
                <c:pt idx="145">
                  <c:v>9863</c:v>
                </c:pt>
                <c:pt idx="146">
                  <c:v>9894</c:v>
                </c:pt>
                <c:pt idx="147">
                  <c:v>9922</c:v>
                </c:pt>
                <c:pt idx="148">
                  <c:v>9953</c:v>
                </c:pt>
                <c:pt idx="149">
                  <c:v>9983</c:v>
                </c:pt>
                <c:pt idx="150">
                  <c:v>10014</c:v>
                </c:pt>
                <c:pt idx="151">
                  <c:v>10044</c:v>
                </c:pt>
                <c:pt idx="152">
                  <c:v>10075</c:v>
                </c:pt>
                <c:pt idx="153">
                  <c:v>10106</c:v>
                </c:pt>
                <c:pt idx="154">
                  <c:v>10136</c:v>
                </c:pt>
                <c:pt idx="155">
                  <c:v>10167</c:v>
                </c:pt>
                <c:pt idx="156">
                  <c:v>10197</c:v>
                </c:pt>
                <c:pt idx="157">
                  <c:v>10228</c:v>
                </c:pt>
                <c:pt idx="158">
                  <c:v>10259</c:v>
                </c:pt>
                <c:pt idx="159">
                  <c:v>10288</c:v>
                </c:pt>
                <c:pt idx="160">
                  <c:v>10319</c:v>
                </c:pt>
                <c:pt idx="161">
                  <c:v>10349</c:v>
                </c:pt>
                <c:pt idx="162">
                  <c:v>10380</c:v>
                </c:pt>
                <c:pt idx="163">
                  <c:v>10410</c:v>
                </c:pt>
                <c:pt idx="164">
                  <c:v>10441</c:v>
                </c:pt>
                <c:pt idx="165">
                  <c:v>10472</c:v>
                </c:pt>
                <c:pt idx="166">
                  <c:v>10502</c:v>
                </c:pt>
                <c:pt idx="167">
                  <c:v>10533</c:v>
                </c:pt>
                <c:pt idx="168">
                  <c:v>10563</c:v>
                </c:pt>
                <c:pt idx="169">
                  <c:v>10594</c:v>
                </c:pt>
                <c:pt idx="170">
                  <c:v>10625</c:v>
                </c:pt>
                <c:pt idx="171">
                  <c:v>10653</c:v>
                </c:pt>
                <c:pt idx="172">
                  <c:v>10684</c:v>
                </c:pt>
                <c:pt idx="173">
                  <c:v>10714</c:v>
                </c:pt>
                <c:pt idx="174">
                  <c:v>10745</c:v>
                </c:pt>
                <c:pt idx="175">
                  <c:v>10775</c:v>
                </c:pt>
                <c:pt idx="176">
                  <c:v>10806</c:v>
                </c:pt>
                <c:pt idx="177">
                  <c:v>10837</c:v>
                </c:pt>
                <c:pt idx="178">
                  <c:v>10867</c:v>
                </c:pt>
                <c:pt idx="179">
                  <c:v>10898</c:v>
                </c:pt>
                <c:pt idx="180">
                  <c:v>10928</c:v>
                </c:pt>
                <c:pt idx="181">
                  <c:v>10959</c:v>
                </c:pt>
                <c:pt idx="182">
                  <c:v>10990</c:v>
                </c:pt>
                <c:pt idx="183">
                  <c:v>11018</c:v>
                </c:pt>
                <c:pt idx="184">
                  <c:v>11049</c:v>
                </c:pt>
                <c:pt idx="185">
                  <c:v>11079</c:v>
                </c:pt>
                <c:pt idx="186">
                  <c:v>11110</c:v>
                </c:pt>
                <c:pt idx="187">
                  <c:v>11140</c:v>
                </c:pt>
                <c:pt idx="188">
                  <c:v>11171</c:v>
                </c:pt>
                <c:pt idx="189">
                  <c:v>11202</c:v>
                </c:pt>
                <c:pt idx="190">
                  <c:v>11232</c:v>
                </c:pt>
                <c:pt idx="191">
                  <c:v>11263</c:v>
                </c:pt>
                <c:pt idx="192">
                  <c:v>11293</c:v>
                </c:pt>
                <c:pt idx="193">
                  <c:v>11324</c:v>
                </c:pt>
                <c:pt idx="194">
                  <c:v>11355</c:v>
                </c:pt>
                <c:pt idx="195">
                  <c:v>11383</c:v>
                </c:pt>
                <c:pt idx="196">
                  <c:v>11414</c:v>
                </c:pt>
                <c:pt idx="197">
                  <c:v>11444</c:v>
                </c:pt>
                <c:pt idx="198">
                  <c:v>11475</c:v>
                </c:pt>
                <c:pt idx="199">
                  <c:v>11505</c:v>
                </c:pt>
                <c:pt idx="200">
                  <c:v>11536</c:v>
                </c:pt>
                <c:pt idx="201">
                  <c:v>11567</c:v>
                </c:pt>
                <c:pt idx="202">
                  <c:v>11597</c:v>
                </c:pt>
                <c:pt idx="203">
                  <c:v>11628</c:v>
                </c:pt>
                <c:pt idx="204">
                  <c:v>11658</c:v>
                </c:pt>
                <c:pt idx="205">
                  <c:v>11689</c:v>
                </c:pt>
                <c:pt idx="206">
                  <c:v>11720</c:v>
                </c:pt>
                <c:pt idx="207">
                  <c:v>11749</c:v>
                </c:pt>
                <c:pt idx="208">
                  <c:v>11780</c:v>
                </c:pt>
                <c:pt idx="209">
                  <c:v>11810</c:v>
                </c:pt>
                <c:pt idx="210">
                  <c:v>11841</c:v>
                </c:pt>
                <c:pt idx="211">
                  <c:v>11871</c:v>
                </c:pt>
                <c:pt idx="212">
                  <c:v>11902</c:v>
                </c:pt>
                <c:pt idx="213">
                  <c:v>11933</c:v>
                </c:pt>
                <c:pt idx="214">
                  <c:v>11963</c:v>
                </c:pt>
                <c:pt idx="215">
                  <c:v>11994</c:v>
                </c:pt>
                <c:pt idx="216">
                  <c:v>12024</c:v>
                </c:pt>
                <c:pt idx="217">
                  <c:v>12055</c:v>
                </c:pt>
                <c:pt idx="218">
                  <c:v>12086</c:v>
                </c:pt>
                <c:pt idx="219">
                  <c:v>12114</c:v>
                </c:pt>
                <c:pt idx="220">
                  <c:v>12145</c:v>
                </c:pt>
                <c:pt idx="221">
                  <c:v>12175</c:v>
                </c:pt>
                <c:pt idx="222">
                  <c:v>12206</c:v>
                </c:pt>
                <c:pt idx="223">
                  <c:v>12236</c:v>
                </c:pt>
                <c:pt idx="224">
                  <c:v>12267</c:v>
                </c:pt>
                <c:pt idx="225">
                  <c:v>12298</c:v>
                </c:pt>
                <c:pt idx="226">
                  <c:v>12328</c:v>
                </c:pt>
                <c:pt idx="227">
                  <c:v>12359</c:v>
                </c:pt>
                <c:pt idx="228">
                  <c:v>12389</c:v>
                </c:pt>
                <c:pt idx="229">
                  <c:v>12420</c:v>
                </c:pt>
                <c:pt idx="230">
                  <c:v>12451</c:v>
                </c:pt>
                <c:pt idx="231">
                  <c:v>12479</c:v>
                </c:pt>
                <c:pt idx="232">
                  <c:v>12510</c:v>
                </c:pt>
                <c:pt idx="233">
                  <c:v>12540</c:v>
                </c:pt>
                <c:pt idx="234">
                  <c:v>12571</c:v>
                </c:pt>
                <c:pt idx="235">
                  <c:v>12601</c:v>
                </c:pt>
                <c:pt idx="236">
                  <c:v>12632</c:v>
                </c:pt>
                <c:pt idx="237">
                  <c:v>12663</c:v>
                </c:pt>
                <c:pt idx="238">
                  <c:v>12693</c:v>
                </c:pt>
                <c:pt idx="239">
                  <c:v>12724</c:v>
                </c:pt>
                <c:pt idx="240">
                  <c:v>12754</c:v>
                </c:pt>
                <c:pt idx="241">
                  <c:v>12785</c:v>
                </c:pt>
                <c:pt idx="242">
                  <c:v>12816</c:v>
                </c:pt>
                <c:pt idx="243">
                  <c:v>12844</c:v>
                </c:pt>
                <c:pt idx="244">
                  <c:v>12875</c:v>
                </c:pt>
                <c:pt idx="245">
                  <c:v>12905</c:v>
                </c:pt>
                <c:pt idx="246">
                  <c:v>12936</c:v>
                </c:pt>
                <c:pt idx="247">
                  <c:v>12966</c:v>
                </c:pt>
                <c:pt idx="248">
                  <c:v>12997</c:v>
                </c:pt>
                <c:pt idx="249">
                  <c:v>13028</c:v>
                </c:pt>
                <c:pt idx="250">
                  <c:v>13058</c:v>
                </c:pt>
                <c:pt idx="251">
                  <c:v>13089</c:v>
                </c:pt>
                <c:pt idx="252">
                  <c:v>13119</c:v>
                </c:pt>
                <c:pt idx="253">
                  <c:v>13150</c:v>
                </c:pt>
                <c:pt idx="254">
                  <c:v>13181</c:v>
                </c:pt>
                <c:pt idx="255">
                  <c:v>13210</c:v>
                </c:pt>
                <c:pt idx="256">
                  <c:v>13241</c:v>
                </c:pt>
                <c:pt idx="257">
                  <c:v>13271</c:v>
                </c:pt>
                <c:pt idx="258">
                  <c:v>13302</c:v>
                </c:pt>
                <c:pt idx="259">
                  <c:v>13332</c:v>
                </c:pt>
                <c:pt idx="260">
                  <c:v>13363</c:v>
                </c:pt>
                <c:pt idx="261">
                  <c:v>13394</c:v>
                </c:pt>
                <c:pt idx="262">
                  <c:v>13424</c:v>
                </c:pt>
                <c:pt idx="263">
                  <c:v>13455</c:v>
                </c:pt>
                <c:pt idx="264">
                  <c:v>13485</c:v>
                </c:pt>
                <c:pt idx="265">
                  <c:v>13516</c:v>
                </c:pt>
                <c:pt idx="266">
                  <c:v>13547</c:v>
                </c:pt>
                <c:pt idx="267">
                  <c:v>13575</c:v>
                </c:pt>
                <c:pt idx="268">
                  <c:v>13606</c:v>
                </c:pt>
                <c:pt idx="269">
                  <c:v>13636</c:v>
                </c:pt>
                <c:pt idx="270">
                  <c:v>13667</c:v>
                </c:pt>
                <c:pt idx="271">
                  <c:v>13697</c:v>
                </c:pt>
                <c:pt idx="272">
                  <c:v>13728</c:v>
                </c:pt>
                <c:pt idx="273">
                  <c:v>13759</c:v>
                </c:pt>
                <c:pt idx="274">
                  <c:v>13789</c:v>
                </c:pt>
                <c:pt idx="275">
                  <c:v>13820</c:v>
                </c:pt>
                <c:pt idx="276">
                  <c:v>13850</c:v>
                </c:pt>
                <c:pt idx="277">
                  <c:v>13881</c:v>
                </c:pt>
                <c:pt idx="278">
                  <c:v>13912</c:v>
                </c:pt>
                <c:pt idx="279">
                  <c:v>13940</c:v>
                </c:pt>
                <c:pt idx="280">
                  <c:v>13971</c:v>
                </c:pt>
                <c:pt idx="281">
                  <c:v>14001</c:v>
                </c:pt>
                <c:pt idx="282">
                  <c:v>14032</c:v>
                </c:pt>
                <c:pt idx="283">
                  <c:v>14062</c:v>
                </c:pt>
                <c:pt idx="284">
                  <c:v>14093</c:v>
                </c:pt>
                <c:pt idx="285">
                  <c:v>14124</c:v>
                </c:pt>
                <c:pt idx="286">
                  <c:v>14154</c:v>
                </c:pt>
                <c:pt idx="287">
                  <c:v>14185</c:v>
                </c:pt>
                <c:pt idx="288">
                  <c:v>14215</c:v>
                </c:pt>
                <c:pt idx="289">
                  <c:v>14246</c:v>
                </c:pt>
                <c:pt idx="290">
                  <c:v>14277</c:v>
                </c:pt>
                <c:pt idx="291">
                  <c:v>14305</c:v>
                </c:pt>
                <c:pt idx="292">
                  <c:v>14336</c:v>
                </c:pt>
                <c:pt idx="293">
                  <c:v>14366</c:v>
                </c:pt>
                <c:pt idx="294">
                  <c:v>14397</c:v>
                </c:pt>
                <c:pt idx="295">
                  <c:v>14427</c:v>
                </c:pt>
                <c:pt idx="296">
                  <c:v>14458</c:v>
                </c:pt>
                <c:pt idx="297">
                  <c:v>14489</c:v>
                </c:pt>
                <c:pt idx="298">
                  <c:v>14519</c:v>
                </c:pt>
                <c:pt idx="299">
                  <c:v>14550</c:v>
                </c:pt>
                <c:pt idx="300">
                  <c:v>14580</c:v>
                </c:pt>
                <c:pt idx="301">
                  <c:v>14611</c:v>
                </c:pt>
                <c:pt idx="302">
                  <c:v>14642</c:v>
                </c:pt>
                <c:pt idx="303">
                  <c:v>14671</c:v>
                </c:pt>
                <c:pt idx="304">
                  <c:v>14702</c:v>
                </c:pt>
                <c:pt idx="305">
                  <c:v>14732</c:v>
                </c:pt>
                <c:pt idx="306">
                  <c:v>14763</c:v>
                </c:pt>
                <c:pt idx="307">
                  <c:v>14793</c:v>
                </c:pt>
                <c:pt idx="308">
                  <c:v>14824</c:v>
                </c:pt>
                <c:pt idx="309">
                  <c:v>14855</c:v>
                </c:pt>
                <c:pt idx="310">
                  <c:v>14885</c:v>
                </c:pt>
                <c:pt idx="311">
                  <c:v>14916</c:v>
                </c:pt>
                <c:pt idx="312">
                  <c:v>14946</c:v>
                </c:pt>
                <c:pt idx="313">
                  <c:v>14977</c:v>
                </c:pt>
                <c:pt idx="314">
                  <c:v>15008</c:v>
                </c:pt>
                <c:pt idx="315">
                  <c:v>15036</c:v>
                </c:pt>
                <c:pt idx="316">
                  <c:v>15067</c:v>
                </c:pt>
                <c:pt idx="317">
                  <c:v>15097</c:v>
                </c:pt>
                <c:pt idx="318">
                  <c:v>15128</c:v>
                </c:pt>
                <c:pt idx="319">
                  <c:v>15158</c:v>
                </c:pt>
                <c:pt idx="320">
                  <c:v>15189</c:v>
                </c:pt>
                <c:pt idx="321">
                  <c:v>15220</c:v>
                </c:pt>
                <c:pt idx="322">
                  <c:v>15250</c:v>
                </c:pt>
                <c:pt idx="323">
                  <c:v>15281</c:v>
                </c:pt>
                <c:pt idx="324">
                  <c:v>15311</c:v>
                </c:pt>
                <c:pt idx="325">
                  <c:v>15342</c:v>
                </c:pt>
                <c:pt idx="326">
                  <c:v>15373</c:v>
                </c:pt>
                <c:pt idx="327">
                  <c:v>15401</c:v>
                </c:pt>
                <c:pt idx="328">
                  <c:v>15432</c:v>
                </c:pt>
                <c:pt idx="329">
                  <c:v>15462</c:v>
                </c:pt>
                <c:pt idx="330">
                  <c:v>15493</c:v>
                </c:pt>
                <c:pt idx="331">
                  <c:v>15523</c:v>
                </c:pt>
                <c:pt idx="332">
                  <c:v>15554</c:v>
                </c:pt>
                <c:pt idx="333">
                  <c:v>15585</c:v>
                </c:pt>
                <c:pt idx="334">
                  <c:v>15615</c:v>
                </c:pt>
                <c:pt idx="335">
                  <c:v>15646</c:v>
                </c:pt>
                <c:pt idx="336">
                  <c:v>15676</c:v>
                </c:pt>
                <c:pt idx="337">
                  <c:v>15707</c:v>
                </c:pt>
                <c:pt idx="338">
                  <c:v>15738</c:v>
                </c:pt>
                <c:pt idx="339">
                  <c:v>15766</c:v>
                </c:pt>
                <c:pt idx="340">
                  <c:v>15797</c:v>
                </c:pt>
                <c:pt idx="341">
                  <c:v>15827</c:v>
                </c:pt>
                <c:pt idx="342">
                  <c:v>15858</c:v>
                </c:pt>
                <c:pt idx="343">
                  <c:v>15888</c:v>
                </c:pt>
                <c:pt idx="344">
                  <c:v>15919</c:v>
                </c:pt>
                <c:pt idx="345">
                  <c:v>15950</c:v>
                </c:pt>
                <c:pt idx="346">
                  <c:v>15980</c:v>
                </c:pt>
                <c:pt idx="347">
                  <c:v>16011</c:v>
                </c:pt>
                <c:pt idx="348">
                  <c:v>16041</c:v>
                </c:pt>
                <c:pt idx="349">
                  <c:v>16072</c:v>
                </c:pt>
                <c:pt idx="350">
                  <c:v>16103</c:v>
                </c:pt>
                <c:pt idx="351">
                  <c:v>16132</c:v>
                </c:pt>
                <c:pt idx="352">
                  <c:v>16163</c:v>
                </c:pt>
                <c:pt idx="353">
                  <c:v>16193</c:v>
                </c:pt>
                <c:pt idx="354">
                  <c:v>16224</c:v>
                </c:pt>
                <c:pt idx="355">
                  <c:v>16254</c:v>
                </c:pt>
                <c:pt idx="356">
                  <c:v>16285</c:v>
                </c:pt>
                <c:pt idx="357">
                  <c:v>16316</c:v>
                </c:pt>
                <c:pt idx="358">
                  <c:v>16346</c:v>
                </c:pt>
                <c:pt idx="359">
                  <c:v>16377</c:v>
                </c:pt>
                <c:pt idx="360">
                  <c:v>16407</c:v>
                </c:pt>
                <c:pt idx="361">
                  <c:v>16438</c:v>
                </c:pt>
                <c:pt idx="362">
                  <c:v>16469</c:v>
                </c:pt>
                <c:pt idx="363">
                  <c:v>16497</c:v>
                </c:pt>
                <c:pt idx="364">
                  <c:v>16528</c:v>
                </c:pt>
                <c:pt idx="365">
                  <c:v>16558</c:v>
                </c:pt>
                <c:pt idx="366">
                  <c:v>16589</c:v>
                </c:pt>
                <c:pt idx="367">
                  <c:v>16619</c:v>
                </c:pt>
                <c:pt idx="368">
                  <c:v>16650</c:v>
                </c:pt>
                <c:pt idx="369">
                  <c:v>16681</c:v>
                </c:pt>
                <c:pt idx="370">
                  <c:v>16711</c:v>
                </c:pt>
                <c:pt idx="371">
                  <c:v>16742</c:v>
                </c:pt>
                <c:pt idx="372">
                  <c:v>16772</c:v>
                </c:pt>
                <c:pt idx="373">
                  <c:v>16803</c:v>
                </c:pt>
                <c:pt idx="374">
                  <c:v>16834</c:v>
                </c:pt>
                <c:pt idx="375">
                  <c:v>16862</c:v>
                </c:pt>
                <c:pt idx="376">
                  <c:v>16893</c:v>
                </c:pt>
                <c:pt idx="377">
                  <c:v>16923</c:v>
                </c:pt>
                <c:pt idx="378">
                  <c:v>16954</c:v>
                </c:pt>
                <c:pt idx="379">
                  <c:v>16984</c:v>
                </c:pt>
                <c:pt idx="380">
                  <c:v>17015</c:v>
                </c:pt>
                <c:pt idx="381">
                  <c:v>17046</c:v>
                </c:pt>
                <c:pt idx="382">
                  <c:v>17076</c:v>
                </c:pt>
                <c:pt idx="383">
                  <c:v>17107</c:v>
                </c:pt>
                <c:pt idx="384">
                  <c:v>17137</c:v>
                </c:pt>
                <c:pt idx="385">
                  <c:v>17168</c:v>
                </c:pt>
                <c:pt idx="386">
                  <c:v>17199</c:v>
                </c:pt>
                <c:pt idx="387">
                  <c:v>17227</c:v>
                </c:pt>
                <c:pt idx="388">
                  <c:v>17258</c:v>
                </c:pt>
                <c:pt idx="389">
                  <c:v>17288</c:v>
                </c:pt>
                <c:pt idx="390">
                  <c:v>17319</c:v>
                </c:pt>
                <c:pt idx="391">
                  <c:v>17349</c:v>
                </c:pt>
                <c:pt idx="392">
                  <c:v>17380</c:v>
                </c:pt>
                <c:pt idx="393">
                  <c:v>17411</c:v>
                </c:pt>
                <c:pt idx="394">
                  <c:v>17441</c:v>
                </c:pt>
                <c:pt idx="395">
                  <c:v>17472</c:v>
                </c:pt>
                <c:pt idx="396">
                  <c:v>17502</c:v>
                </c:pt>
                <c:pt idx="397">
                  <c:v>17533</c:v>
                </c:pt>
                <c:pt idx="398">
                  <c:v>17564</c:v>
                </c:pt>
                <c:pt idx="399">
                  <c:v>17593</c:v>
                </c:pt>
                <c:pt idx="400">
                  <c:v>17624</c:v>
                </c:pt>
                <c:pt idx="401">
                  <c:v>17654</c:v>
                </c:pt>
                <c:pt idx="402">
                  <c:v>17685</c:v>
                </c:pt>
                <c:pt idx="403">
                  <c:v>17715</c:v>
                </c:pt>
                <c:pt idx="404">
                  <c:v>17746</c:v>
                </c:pt>
                <c:pt idx="405">
                  <c:v>17777</c:v>
                </c:pt>
                <c:pt idx="406">
                  <c:v>17807</c:v>
                </c:pt>
                <c:pt idx="407">
                  <c:v>17838</c:v>
                </c:pt>
                <c:pt idx="408">
                  <c:v>17868</c:v>
                </c:pt>
                <c:pt idx="409">
                  <c:v>17899</c:v>
                </c:pt>
                <c:pt idx="410">
                  <c:v>17930</c:v>
                </c:pt>
                <c:pt idx="411">
                  <c:v>17958</c:v>
                </c:pt>
                <c:pt idx="412">
                  <c:v>17989</c:v>
                </c:pt>
                <c:pt idx="413">
                  <c:v>18019</c:v>
                </c:pt>
                <c:pt idx="414">
                  <c:v>18050</c:v>
                </c:pt>
                <c:pt idx="415">
                  <c:v>18080</c:v>
                </c:pt>
                <c:pt idx="416">
                  <c:v>18111</c:v>
                </c:pt>
                <c:pt idx="417">
                  <c:v>18142</c:v>
                </c:pt>
                <c:pt idx="418">
                  <c:v>18172</c:v>
                </c:pt>
                <c:pt idx="419">
                  <c:v>18203</c:v>
                </c:pt>
                <c:pt idx="420">
                  <c:v>18233</c:v>
                </c:pt>
                <c:pt idx="421">
                  <c:v>18264</c:v>
                </c:pt>
                <c:pt idx="422">
                  <c:v>18295</c:v>
                </c:pt>
                <c:pt idx="423">
                  <c:v>18323</c:v>
                </c:pt>
                <c:pt idx="424">
                  <c:v>18354</c:v>
                </c:pt>
                <c:pt idx="425">
                  <c:v>18384</c:v>
                </c:pt>
                <c:pt idx="426">
                  <c:v>18415</c:v>
                </c:pt>
                <c:pt idx="427">
                  <c:v>18445</c:v>
                </c:pt>
                <c:pt idx="428">
                  <c:v>18476</c:v>
                </c:pt>
                <c:pt idx="429">
                  <c:v>18507</c:v>
                </c:pt>
                <c:pt idx="430">
                  <c:v>18537</c:v>
                </c:pt>
                <c:pt idx="431">
                  <c:v>18568</c:v>
                </c:pt>
                <c:pt idx="432">
                  <c:v>18598</c:v>
                </c:pt>
                <c:pt idx="433">
                  <c:v>18629</c:v>
                </c:pt>
                <c:pt idx="434">
                  <c:v>18660</c:v>
                </c:pt>
                <c:pt idx="435">
                  <c:v>18688</c:v>
                </c:pt>
                <c:pt idx="436">
                  <c:v>18719</c:v>
                </c:pt>
                <c:pt idx="437">
                  <c:v>18749</c:v>
                </c:pt>
                <c:pt idx="438">
                  <c:v>18780</c:v>
                </c:pt>
                <c:pt idx="439">
                  <c:v>18810</c:v>
                </c:pt>
                <c:pt idx="440">
                  <c:v>18841</c:v>
                </c:pt>
                <c:pt idx="441">
                  <c:v>18872</c:v>
                </c:pt>
                <c:pt idx="442">
                  <c:v>18902</c:v>
                </c:pt>
                <c:pt idx="443">
                  <c:v>18933</c:v>
                </c:pt>
                <c:pt idx="444">
                  <c:v>18963</c:v>
                </c:pt>
                <c:pt idx="445">
                  <c:v>18994</c:v>
                </c:pt>
                <c:pt idx="446">
                  <c:v>19025</c:v>
                </c:pt>
                <c:pt idx="447">
                  <c:v>19054</c:v>
                </c:pt>
                <c:pt idx="448">
                  <c:v>19085</c:v>
                </c:pt>
                <c:pt idx="449">
                  <c:v>19115</c:v>
                </c:pt>
                <c:pt idx="450">
                  <c:v>19146</c:v>
                </c:pt>
                <c:pt idx="451">
                  <c:v>19176</c:v>
                </c:pt>
                <c:pt idx="452">
                  <c:v>19207</c:v>
                </c:pt>
                <c:pt idx="453">
                  <c:v>19238</c:v>
                </c:pt>
                <c:pt idx="454">
                  <c:v>19268</c:v>
                </c:pt>
                <c:pt idx="455">
                  <c:v>19299</c:v>
                </c:pt>
                <c:pt idx="456">
                  <c:v>19329</c:v>
                </c:pt>
                <c:pt idx="457">
                  <c:v>19360</c:v>
                </c:pt>
                <c:pt idx="458">
                  <c:v>19391</c:v>
                </c:pt>
                <c:pt idx="459">
                  <c:v>19419</c:v>
                </c:pt>
                <c:pt idx="460">
                  <c:v>19450</c:v>
                </c:pt>
                <c:pt idx="461">
                  <c:v>19480</c:v>
                </c:pt>
                <c:pt idx="462">
                  <c:v>19511</c:v>
                </c:pt>
                <c:pt idx="463">
                  <c:v>19541</c:v>
                </c:pt>
                <c:pt idx="464">
                  <c:v>19572</c:v>
                </c:pt>
                <c:pt idx="465">
                  <c:v>19603</c:v>
                </c:pt>
                <c:pt idx="466">
                  <c:v>19633</c:v>
                </c:pt>
                <c:pt idx="467">
                  <c:v>19664</c:v>
                </c:pt>
                <c:pt idx="468">
                  <c:v>19694</c:v>
                </c:pt>
                <c:pt idx="469">
                  <c:v>19725</c:v>
                </c:pt>
                <c:pt idx="470">
                  <c:v>19756</c:v>
                </c:pt>
                <c:pt idx="471">
                  <c:v>19784</c:v>
                </c:pt>
                <c:pt idx="472">
                  <c:v>19815</c:v>
                </c:pt>
                <c:pt idx="473">
                  <c:v>19845</c:v>
                </c:pt>
                <c:pt idx="474">
                  <c:v>19876</c:v>
                </c:pt>
                <c:pt idx="475">
                  <c:v>19906</c:v>
                </c:pt>
                <c:pt idx="476">
                  <c:v>19937</c:v>
                </c:pt>
                <c:pt idx="477">
                  <c:v>19968</c:v>
                </c:pt>
                <c:pt idx="478">
                  <c:v>19998</c:v>
                </c:pt>
                <c:pt idx="479">
                  <c:v>20029</c:v>
                </c:pt>
                <c:pt idx="480">
                  <c:v>20059</c:v>
                </c:pt>
                <c:pt idx="481">
                  <c:v>20090</c:v>
                </c:pt>
                <c:pt idx="482">
                  <c:v>20121</c:v>
                </c:pt>
                <c:pt idx="483">
                  <c:v>20149</c:v>
                </c:pt>
                <c:pt idx="484">
                  <c:v>20180</c:v>
                </c:pt>
                <c:pt idx="485">
                  <c:v>20210</c:v>
                </c:pt>
                <c:pt idx="486">
                  <c:v>20241</c:v>
                </c:pt>
                <c:pt idx="487">
                  <c:v>20271</c:v>
                </c:pt>
                <c:pt idx="488">
                  <c:v>20302</c:v>
                </c:pt>
                <c:pt idx="489">
                  <c:v>20333</c:v>
                </c:pt>
                <c:pt idx="490">
                  <c:v>20363</c:v>
                </c:pt>
                <c:pt idx="491">
                  <c:v>20394</c:v>
                </c:pt>
                <c:pt idx="492">
                  <c:v>20424</c:v>
                </c:pt>
                <c:pt idx="493">
                  <c:v>20455</c:v>
                </c:pt>
                <c:pt idx="494">
                  <c:v>20486</c:v>
                </c:pt>
                <c:pt idx="495">
                  <c:v>20515</c:v>
                </c:pt>
                <c:pt idx="496">
                  <c:v>20546</c:v>
                </c:pt>
                <c:pt idx="497">
                  <c:v>20576</c:v>
                </c:pt>
                <c:pt idx="498">
                  <c:v>20607</c:v>
                </c:pt>
                <c:pt idx="499">
                  <c:v>20637</c:v>
                </c:pt>
                <c:pt idx="500">
                  <c:v>20668</c:v>
                </c:pt>
                <c:pt idx="501">
                  <c:v>20699</c:v>
                </c:pt>
                <c:pt idx="502">
                  <c:v>20729</c:v>
                </c:pt>
                <c:pt idx="503">
                  <c:v>20760</c:v>
                </c:pt>
                <c:pt idx="504">
                  <c:v>20790</c:v>
                </c:pt>
                <c:pt idx="505">
                  <c:v>20821</c:v>
                </c:pt>
                <c:pt idx="506">
                  <c:v>20852</c:v>
                </c:pt>
                <c:pt idx="507">
                  <c:v>20880</c:v>
                </c:pt>
                <c:pt idx="508">
                  <c:v>20911</c:v>
                </c:pt>
                <c:pt idx="509">
                  <c:v>20941</c:v>
                </c:pt>
                <c:pt idx="510">
                  <c:v>20972</c:v>
                </c:pt>
                <c:pt idx="511">
                  <c:v>21002</c:v>
                </c:pt>
                <c:pt idx="512">
                  <c:v>21033</c:v>
                </c:pt>
                <c:pt idx="513">
                  <c:v>21064</c:v>
                </c:pt>
                <c:pt idx="514">
                  <c:v>21094</c:v>
                </c:pt>
                <c:pt idx="515">
                  <c:v>21125</c:v>
                </c:pt>
                <c:pt idx="516">
                  <c:v>21155</c:v>
                </c:pt>
                <c:pt idx="517">
                  <c:v>21186</c:v>
                </c:pt>
                <c:pt idx="518">
                  <c:v>21217</c:v>
                </c:pt>
                <c:pt idx="519">
                  <c:v>21245</c:v>
                </c:pt>
                <c:pt idx="520">
                  <c:v>21276</c:v>
                </c:pt>
                <c:pt idx="521">
                  <c:v>21306</c:v>
                </c:pt>
                <c:pt idx="522">
                  <c:v>21337</c:v>
                </c:pt>
                <c:pt idx="523">
                  <c:v>21367</c:v>
                </c:pt>
                <c:pt idx="524">
                  <c:v>21398</c:v>
                </c:pt>
                <c:pt idx="525">
                  <c:v>21429</c:v>
                </c:pt>
                <c:pt idx="526">
                  <c:v>21459</c:v>
                </c:pt>
                <c:pt idx="527">
                  <c:v>21490</c:v>
                </c:pt>
                <c:pt idx="528">
                  <c:v>21520</c:v>
                </c:pt>
                <c:pt idx="529">
                  <c:v>21551</c:v>
                </c:pt>
                <c:pt idx="530">
                  <c:v>21582</c:v>
                </c:pt>
                <c:pt idx="531">
                  <c:v>21610</c:v>
                </c:pt>
                <c:pt idx="532">
                  <c:v>21641</c:v>
                </c:pt>
                <c:pt idx="533">
                  <c:v>21671</c:v>
                </c:pt>
                <c:pt idx="534">
                  <c:v>21702</c:v>
                </c:pt>
                <c:pt idx="535">
                  <c:v>21732</c:v>
                </c:pt>
                <c:pt idx="536">
                  <c:v>21763</c:v>
                </c:pt>
                <c:pt idx="537">
                  <c:v>21794</c:v>
                </c:pt>
                <c:pt idx="538">
                  <c:v>21824</c:v>
                </c:pt>
                <c:pt idx="539">
                  <c:v>21855</c:v>
                </c:pt>
                <c:pt idx="540">
                  <c:v>21885</c:v>
                </c:pt>
                <c:pt idx="541">
                  <c:v>21916</c:v>
                </c:pt>
                <c:pt idx="542">
                  <c:v>21947</c:v>
                </c:pt>
                <c:pt idx="543">
                  <c:v>21976</c:v>
                </c:pt>
                <c:pt idx="544">
                  <c:v>22007</c:v>
                </c:pt>
                <c:pt idx="545">
                  <c:v>22037</c:v>
                </c:pt>
                <c:pt idx="546">
                  <c:v>22068</c:v>
                </c:pt>
                <c:pt idx="547">
                  <c:v>22098</c:v>
                </c:pt>
                <c:pt idx="548">
                  <c:v>22129</c:v>
                </c:pt>
                <c:pt idx="549">
                  <c:v>22160</c:v>
                </c:pt>
                <c:pt idx="550">
                  <c:v>22190</c:v>
                </c:pt>
                <c:pt idx="551">
                  <c:v>22221</c:v>
                </c:pt>
                <c:pt idx="552">
                  <c:v>22251</c:v>
                </c:pt>
                <c:pt idx="553">
                  <c:v>22282</c:v>
                </c:pt>
                <c:pt idx="554">
                  <c:v>22313</c:v>
                </c:pt>
                <c:pt idx="555">
                  <c:v>22341</c:v>
                </c:pt>
                <c:pt idx="556">
                  <c:v>22372</c:v>
                </c:pt>
                <c:pt idx="557">
                  <c:v>22402</c:v>
                </c:pt>
                <c:pt idx="558">
                  <c:v>22433</c:v>
                </c:pt>
                <c:pt idx="559">
                  <c:v>22463</c:v>
                </c:pt>
                <c:pt idx="560">
                  <c:v>22494</c:v>
                </c:pt>
                <c:pt idx="561">
                  <c:v>22525</c:v>
                </c:pt>
                <c:pt idx="562">
                  <c:v>22555</c:v>
                </c:pt>
                <c:pt idx="563">
                  <c:v>22586</c:v>
                </c:pt>
                <c:pt idx="564">
                  <c:v>22616</c:v>
                </c:pt>
                <c:pt idx="565">
                  <c:v>22647</c:v>
                </c:pt>
                <c:pt idx="566">
                  <c:v>22678</c:v>
                </c:pt>
                <c:pt idx="567">
                  <c:v>22706</c:v>
                </c:pt>
                <c:pt idx="568">
                  <c:v>22737</c:v>
                </c:pt>
                <c:pt idx="569">
                  <c:v>22767</c:v>
                </c:pt>
                <c:pt idx="570">
                  <c:v>22798</c:v>
                </c:pt>
                <c:pt idx="571">
                  <c:v>22828</c:v>
                </c:pt>
                <c:pt idx="572">
                  <c:v>22859</c:v>
                </c:pt>
                <c:pt idx="573">
                  <c:v>22890</c:v>
                </c:pt>
                <c:pt idx="574">
                  <c:v>22920</c:v>
                </c:pt>
                <c:pt idx="575">
                  <c:v>22951</c:v>
                </c:pt>
                <c:pt idx="576">
                  <c:v>22981</c:v>
                </c:pt>
                <c:pt idx="577">
                  <c:v>23012</c:v>
                </c:pt>
                <c:pt idx="578">
                  <c:v>23043</c:v>
                </c:pt>
                <c:pt idx="579">
                  <c:v>23071</c:v>
                </c:pt>
                <c:pt idx="580">
                  <c:v>23102</c:v>
                </c:pt>
                <c:pt idx="581">
                  <c:v>23132</c:v>
                </c:pt>
                <c:pt idx="582">
                  <c:v>23163</c:v>
                </c:pt>
                <c:pt idx="583">
                  <c:v>23193</c:v>
                </c:pt>
                <c:pt idx="584">
                  <c:v>23224</c:v>
                </c:pt>
                <c:pt idx="585">
                  <c:v>23255</c:v>
                </c:pt>
                <c:pt idx="586">
                  <c:v>23285</c:v>
                </c:pt>
                <c:pt idx="587">
                  <c:v>23316</c:v>
                </c:pt>
                <c:pt idx="588">
                  <c:v>23346</c:v>
                </c:pt>
                <c:pt idx="589">
                  <c:v>23377</c:v>
                </c:pt>
                <c:pt idx="590">
                  <c:v>23408</c:v>
                </c:pt>
                <c:pt idx="591">
                  <c:v>23437</c:v>
                </c:pt>
                <c:pt idx="592">
                  <c:v>23468</c:v>
                </c:pt>
                <c:pt idx="593">
                  <c:v>23498</c:v>
                </c:pt>
                <c:pt idx="594">
                  <c:v>23529</c:v>
                </c:pt>
                <c:pt idx="595">
                  <c:v>23559</c:v>
                </c:pt>
                <c:pt idx="596">
                  <c:v>23590</c:v>
                </c:pt>
                <c:pt idx="597">
                  <c:v>23621</c:v>
                </c:pt>
                <c:pt idx="598">
                  <c:v>23651</c:v>
                </c:pt>
                <c:pt idx="599">
                  <c:v>23682</c:v>
                </c:pt>
                <c:pt idx="600">
                  <c:v>23712</c:v>
                </c:pt>
                <c:pt idx="601">
                  <c:v>23743</c:v>
                </c:pt>
                <c:pt idx="602">
                  <c:v>23774</c:v>
                </c:pt>
                <c:pt idx="603">
                  <c:v>23802</c:v>
                </c:pt>
                <c:pt idx="604">
                  <c:v>23833</c:v>
                </c:pt>
                <c:pt idx="605">
                  <c:v>23863</c:v>
                </c:pt>
                <c:pt idx="606">
                  <c:v>23894</c:v>
                </c:pt>
                <c:pt idx="607">
                  <c:v>23924</c:v>
                </c:pt>
                <c:pt idx="608">
                  <c:v>23955</c:v>
                </c:pt>
                <c:pt idx="609">
                  <c:v>23986</c:v>
                </c:pt>
                <c:pt idx="610">
                  <c:v>24016</c:v>
                </c:pt>
                <c:pt idx="611">
                  <c:v>24047</c:v>
                </c:pt>
                <c:pt idx="612">
                  <c:v>24077</c:v>
                </c:pt>
                <c:pt idx="613">
                  <c:v>24108</c:v>
                </c:pt>
                <c:pt idx="614">
                  <c:v>24139</c:v>
                </c:pt>
                <c:pt idx="615">
                  <c:v>24167</c:v>
                </c:pt>
                <c:pt idx="616">
                  <c:v>24198</c:v>
                </c:pt>
                <c:pt idx="617">
                  <c:v>24228</c:v>
                </c:pt>
                <c:pt idx="618">
                  <c:v>24259</c:v>
                </c:pt>
                <c:pt idx="619">
                  <c:v>24289</c:v>
                </c:pt>
                <c:pt idx="620">
                  <c:v>24320</c:v>
                </c:pt>
                <c:pt idx="621">
                  <c:v>24351</c:v>
                </c:pt>
                <c:pt idx="622">
                  <c:v>24381</c:v>
                </c:pt>
                <c:pt idx="623">
                  <c:v>24412</c:v>
                </c:pt>
                <c:pt idx="624">
                  <c:v>24442</c:v>
                </c:pt>
                <c:pt idx="625">
                  <c:v>24473</c:v>
                </c:pt>
                <c:pt idx="626">
                  <c:v>24504</c:v>
                </c:pt>
                <c:pt idx="627">
                  <c:v>24532</c:v>
                </c:pt>
                <c:pt idx="628">
                  <c:v>24563</c:v>
                </c:pt>
                <c:pt idx="629">
                  <c:v>24593</c:v>
                </c:pt>
                <c:pt idx="630">
                  <c:v>24624</c:v>
                </c:pt>
                <c:pt idx="631">
                  <c:v>24654</c:v>
                </c:pt>
                <c:pt idx="632">
                  <c:v>24685</c:v>
                </c:pt>
                <c:pt idx="633">
                  <c:v>24716</c:v>
                </c:pt>
                <c:pt idx="634">
                  <c:v>24746</c:v>
                </c:pt>
                <c:pt idx="635">
                  <c:v>24777</c:v>
                </c:pt>
                <c:pt idx="636">
                  <c:v>24807</c:v>
                </c:pt>
                <c:pt idx="637">
                  <c:v>24838</c:v>
                </c:pt>
                <c:pt idx="638">
                  <c:v>24869</c:v>
                </c:pt>
                <c:pt idx="639">
                  <c:v>24898</c:v>
                </c:pt>
                <c:pt idx="640">
                  <c:v>24929</c:v>
                </c:pt>
                <c:pt idx="641">
                  <c:v>24959</c:v>
                </c:pt>
                <c:pt idx="642">
                  <c:v>24990</c:v>
                </c:pt>
                <c:pt idx="643">
                  <c:v>25020</c:v>
                </c:pt>
                <c:pt idx="644">
                  <c:v>25051</c:v>
                </c:pt>
                <c:pt idx="645">
                  <c:v>25082</c:v>
                </c:pt>
                <c:pt idx="646">
                  <c:v>25112</c:v>
                </c:pt>
                <c:pt idx="647">
                  <c:v>25143</c:v>
                </c:pt>
                <c:pt idx="648">
                  <c:v>25173</c:v>
                </c:pt>
              </c:numCache>
            </c:numRef>
          </c:cat>
          <c:val>
            <c:numRef>
              <c:f>'M1109BUSM293NNBR (1)'!$B$2:$B$650</c:f>
              <c:numCache>
                <c:formatCode>General</c:formatCode>
                <c:ptCount val="649"/>
                <c:pt idx="0">
                  <c:v>55</c:v>
                </c:pt>
                <c:pt idx="1">
                  <c:v>56.55</c:v>
                </c:pt>
                <c:pt idx="2">
                  <c:v>56</c:v>
                </c:pt>
                <c:pt idx="3">
                  <c:v>58.3</c:v>
                </c:pt>
                <c:pt idx="4">
                  <c:v>66.45</c:v>
                </c:pt>
                <c:pt idx="5">
                  <c:v>65.95</c:v>
                </c:pt>
                <c:pt idx="6">
                  <c:v>68.400000000000006</c:v>
                </c:pt>
                <c:pt idx="7">
                  <c:v>71.849999999999994</c:v>
                </c:pt>
                <c:pt idx="8">
                  <c:v>79.25</c:v>
                </c:pt>
                <c:pt idx="9">
                  <c:v>85.5</c:v>
                </c:pt>
                <c:pt idx="10">
                  <c:v>92.35</c:v>
                </c:pt>
                <c:pt idx="11">
                  <c:v>94.35</c:v>
                </c:pt>
                <c:pt idx="12">
                  <c:v>97</c:v>
                </c:pt>
                <c:pt idx="13">
                  <c:v>94.7</c:v>
                </c:pt>
                <c:pt idx="14">
                  <c:v>93.55</c:v>
                </c:pt>
                <c:pt idx="15">
                  <c:v>93.3</c:v>
                </c:pt>
                <c:pt idx="16">
                  <c:v>89.75</c:v>
                </c:pt>
                <c:pt idx="17">
                  <c:v>90.15</c:v>
                </c:pt>
                <c:pt idx="18">
                  <c:v>90.65</c:v>
                </c:pt>
                <c:pt idx="19">
                  <c:v>88.45</c:v>
                </c:pt>
                <c:pt idx="20">
                  <c:v>91</c:v>
                </c:pt>
                <c:pt idx="21">
                  <c:v>97.45</c:v>
                </c:pt>
                <c:pt idx="22">
                  <c:v>102.1</c:v>
                </c:pt>
                <c:pt idx="23">
                  <c:v>107.9</c:v>
                </c:pt>
                <c:pt idx="24">
                  <c:v>98.5</c:v>
                </c:pt>
                <c:pt idx="25">
                  <c:v>97.15</c:v>
                </c:pt>
                <c:pt idx="26">
                  <c:v>90.95</c:v>
                </c:pt>
                <c:pt idx="27">
                  <c:v>94.65</c:v>
                </c:pt>
                <c:pt idx="28">
                  <c:v>93.9</c:v>
                </c:pt>
                <c:pt idx="29">
                  <c:v>93.35</c:v>
                </c:pt>
                <c:pt idx="30">
                  <c:v>96.95</c:v>
                </c:pt>
                <c:pt idx="31">
                  <c:v>92.9</c:v>
                </c:pt>
                <c:pt idx="32">
                  <c:v>88.65</c:v>
                </c:pt>
                <c:pt idx="33">
                  <c:v>83.6</c:v>
                </c:pt>
                <c:pt idx="34">
                  <c:v>79.05</c:v>
                </c:pt>
                <c:pt idx="35">
                  <c:v>71.400000000000006</c:v>
                </c:pt>
                <c:pt idx="36">
                  <c:v>70.2</c:v>
                </c:pt>
                <c:pt idx="37">
                  <c:v>76.599999999999994</c:v>
                </c:pt>
                <c:pt idx="38">
                  <c:v>79.95</c:v>
                </c:pt>
                <c:pt idx="39">
                  <c:v>78.05</c:v>
                </c:pt>
                <c:pt idx="40">
                  <c:v>77.650000000000006</c:v>
                </c:pt>
                <c:pt idx="41">
                  <c:v>81.05</c:v>
                </c:pt>
                <c:pt idx="42">
                  <c:v>80.45</c:v>
                </c:pt>
                <c:pt idx="43">
                  <c:v>81.849999999999994</c:v>
                </c:pt>
                <c:pt idx="44">
                  <c:v>81.95</c:v>
                </c:pt>
                <c:pt idx="45">
                  <c:v>82.5</c:v>
                </c:pt>
                <c:pt idx="46">
                  <c:v>86.25</c:v>
                </c:pt>
                <c:pt idx="47">
                  <c:v>84</c:v>
                </c:pt>
                <c:pt idx="48">
                  <c:v>82.5</c:v>
                </c:pt>
                <c:pt idx="49">
                  <c:v>81.650000000000006</c:v>
                </c:pt>
                <c:pt idx="50">
                  <c:v>82.45</c:v>
                </c:pt>
                <c:pt idx="51">
                  <c:v>86.55</c:v>
                </c:pt>
                <c:pt idx="52">
                  <c:v>91.15</c:v>
                </c:pt>
                <c:pt idx="53">
                  <c:v>99.4</c:v>
                </c:pt>
                <c:pt idx="54">
                  <c:v>103.6</c:v>
                </c:pt>
                <c:pt idx="55">
                  <c:v>109.7</c:v>
                </c:pt>
                <c:pt idx="56">
                  <c:v>103.25</c:v>
                </c:pt>
                <c:pt idx="57">
                  <c:v>108.2</c:v>
                </c:pt>
                <c:pt idx="58">
                  <c:v>113.9</c:v>
                </c:pt>
                <c:pt idx="59">
                  <c:v>111.6</c:v>
                </c:pt>
                <c:pt idx="60">
                  <c:v>105.8</c:v>
                </c:pt>
                <c:pt idx="61">
                  <c:v>105.9</c:v>
                </c:pt>
                <c:pt idx="62">
                  <c:v>96.5</c:v>
                </c:pt>
                <c:pt idx="63">
                  <c:v>97.95</c:v>
                </c:pt>
                <c:pt idx="64">
                  <c:v>99.45</c:v>
                </c:pt>
                <c:pt idx="65">
                  <c:v>91.1</c:v>
                </c:pt>
                <c:pt idx="66">
                  <c:v>91.7</c:v>
                </c:pt>
                <c:pt idx="67">
                  <c:v>90.7</c:v>
                </c:pt>
                <c:pt idx="68">
                  <c:v>85.25</c:v>
                </c:pt>
                <c:pt idx="69">
                  <c:v>86.5</c:v>
                </c:pt>
                <c:pt idx="70">
                  <c:v>84.85</c:v>
                </c:pt>
                <c:pt idx="71">
                  <c:v>79.3</c:v>
                </c:pt>
                <c:pt idx="72">
                  <c:v>72.2</c:v>
                </c:pt>
                <c:pt idx="73">
                  <c:v>74.75</c:v>
                </c:pt>
                <c:pt idx="74">
                  <c:v>75.7</c:v>
                </c:pt>
                <c:pt idx="75">
                  <c:v>75.05</c:v>
                </c:pt>
                <c:pt idx="76">
                  <c:v>77</c:v>
                </c:pt>
                <c:pt idx="77">
                  <c:v>76.7</c:v>
                </c:pt>
                <c:pt idx="78">
                  <c:v>69.2</c:v>
                </c:pt>
                <c:pt idx="79">
                  <c:v>68.599999999999994</c:v>
                </c:pt>
                <c:pt idx="80">
                  <c:v>66.95</c:v>
                </c:pt>
                <c:pt idx="81">
                  <c:v>69.349999999999994</c:v>
                </c:pt>
                <c:pt idx="82">
                  <c:v>71.7</c:v>
                </c:pt>
                <c:pt idx="83">
                  <c:v>75.7</c:v>
                </c:pt>
                <c:pt idx="84">
                  <c:v>79.8</c:v>
                </c:pt>
                <c:pt idx="85">
                  <c:v>80.599999999999994</c:v>
                </c:pt>
                <c:pt idx="86">
                  <c:v>83.75</c:v>
                </c:pt>
                <c:pt idx="87">
                  <c:v>87.2</c:v>
                </c:pt>
                <c:pt idx="88">
                  <c:v>91.3</c:v>
                </c:pt>
                <c:pt idx="89">
                  <c:v>93.95</c:v>
                </c:pt>
                <c:pt idx="90">
                  <c:v>93.55</c:v>
                </c:pt>
                <c:pt idx="91">
                  <c:v>95</c:v>
                </c:pt>
                <c:pt idx="92">
                  <c:v>98.5</c:v>
                </c:pt>
                <c:pt idx="93">
                  <c:v>99.2</c:v>
                </c:pt>
                <c:pt idx="94">
                  <c:v>99.75</c:v>
                </c:pt>
                <c:pt idx="95">
                  <c:v>95.75</c:v>
                </c:pt>
                <c:pt idx="96">
                  <c:v>97</c:v>
                </c:pt>
                <c:pt idx="97">
                  <c:v>98.2</c:v>
                </c:pt>
                <c:pt idx="98">
                  <c:v>100.8</c:v>
                </c:pt>
                <c:pt idx="99">
                  <c:v>103.9</c:v>
                </c:pt>
                <c:pt idx="100">
                  <c:v>100.55</c:v>
                </c:pt>
                <c:pt idx="101">
                  <c:v>95.5</c:v>
                </c:pt>
                <c:pt idx="102">
                  <c:v>92.55</c:v>
                </c:pt>
                <c:pt idx="103">
                  <c:v>89.3</c:v>
                </c:pt>
                <c:pt idx="104">
                  <c:v>90.45</c:v>
                </c:pt>
                <c:pt idx="105">
                  <c:v>90.75</c:v>
                </c:pt>
                <c:pt idx="106">
                  <c:v>88.15</c:v>
                </c:pt>
                <c:pt idx="107">
                  <c:v>90.65</c:v>
                </c:pt>
                <c:pt idx="108">
                  <c:v>94.1</c:v>
                </c:pt>
                <c:pt idx="109">
                  <c:v>97.8</c:v>
                </c:pt>
                <c:pt idx="110">
                  <c:v>98.8</c:v>
                </c:pt>
                <c:pt idx="111">
                  <c:v>95.6</c:v>
                </c:pt>
                <c:pt idx="112">
                  <c:v>91.95</c:v>
                </c:pt>
                <c:pt idx="113">
                  <c:v>90.4</c:v>
                </c:pt>
                <c:pt idx="114">
                  <c:v>93.3</c:v>
                </c:pt>
                <c:pt idx="115">
                  <c:v>99.25</c:v>
                </c:pt>
                <c:pt idx="116">
                  <c:v>103.55</c:v>
                </c:pt>
                <c:pt idx="117">
                  <c:v>102.9</c:v>
                </c:pt>
                <c:pt idx="118">
                  <c:v>101.65</c:v>
                </c:pt>
                <c:pt idx="119">
                  <c:v>107.65</c:v>
                </c:pt>
                <c:pt idx="120">
                  <c:v>115.45</c:v>
                </c:pt>
                <c:pt idx="121">
                  <c:v>121.55</c:v>
                </c:pt>
                <c:pt idx="122">
                  <c:v>120.45</c:v>
                </c:pt>
                <c:pt idx="123">
                  <c:v>120.35</c:v>
                </c:pt>
                <c:pt idx="124">
                  <c:v>119.7</c:v>
                </c:pt>
                <c:pt idx="125">
                  <c:v>125.55</c:v>
                </c:pt>
                <c:pt idx="126">
                  <c:v>128.9</c:v>
                </c:pt>
                <c:pt idx="127">
                  <c:v>133.9</c:v>
                </c:pt>
                <c:pt idx="128">
                  <c:v>138.85</c:v>
                </c:pt>
                <c:pt idx="129">
                  <c:v>142.44999999999999</c:v>
                </c:pt>
                <c:pt idx="130">
                  <c:v>150.65</c:v>
                </c:pt>
                <c:pt idx="131">
                  <c:v>153.80000000000001</c:v>
                </c:pt>
                <c:pt idx="132">
                  <c:v>154.55000000000001</c:v>
                </c:pt>
                <c:pt idx="133">
                  <c:v>156.1</c:v>
                </c:pt>
                <c:pt idx="134">
                  <c:v>158.4</c:v>
                </c:pt>
                <c:pt idx="135">
                  <c:v>144.25</c:v>
                </c:pt>
                <c:pt idx="136">
                  <c:v>140.55000000000001</c:v>
                </c:pt>
                <c:pt idx="137">
                  <c:v>140.30000000000001</c:v>
                </c:pt>
                <c:pt idx="138">
                  <c:v>148.15</c:v>
                </c:pt>
                <c:pt idx="139">
                  <c:v>156.80000000000001</c:v>
                </c:pt>
                <c:pt idx="140">
                  <c:v>163.5</c:v>
                </c:pt>
                <c:pt idx="141">
                  <c:v>161.19999999999999</c:v>
                </c:pt>
                <c:pt idx="142">
                  <c:v>152.69999999999999</c:v>
                </c:pt>
                <c:pt idx="143">
                  <c:v>153.94999999999999</c:v>
                </c:pt>
                <c:pt idx="144">
                  <c:v>159.30000000000001</c:v>
                </c:pt>
                <c:pt idx="145">
                  <c:v>154.65</c:v>
                </c:pt>
                <c:pt idx="146">
                  <c:v>158.15</c:v>
                </c:pt>
                <c:pt idx="147">
                  <c:v>160.1</c:v>
                </c:pt>
                <c:pt idx="148">
                  <c:v>164.05</c:v>
                </c:pt>
                <c:pt idx="149">
                  <c:v>168.8</c:v>
                </c:pt>
                <c:pt idx="150">
                  <c:v>168.85</c:v>
                </c:pt>
                <c:pt idx="151">
                  <c:v>175.35</c:v>
                </c:pt>
                <c:pt idx="152">
                  <c:v>183.85</c:v>
                </c:pt>
                <c:pt idx="153">
                  <c:v>195.3</c:v>
                </c:pt>
                <c:pt idx="154">
                  <c:v>189.8</c:v>
                </c:pt>
                <c:pt idx="155">
                  <c:v>189.95</c:v>
                </c:pt>
                <c:pt idx="156">
                  <c:v>198</c:v>
                </c:pt>
                <c:pt idx="157">
                  <c:v>198.95</c:v>
                </c:pt>
                <c:pt idx="158">
                  <c:v>195.35</c:v>
                </c:pt>
                <c:pt idx="159">
                  <c:v>204.5</c:v>
                </c:pt>
                <c:pt idx="160">
                  <c:v>212.45</c:v>
                </c:pt>
                <c:pt idx="161">
                  <c:v>216.3</c:v>
                </c:pt>
                <c:pt idx="162">
                  <c:v>211.5</c:v>
                </c:pt>
                <c:pt idx="163">
                  <c:v>210.85</c:v>
                </c:pt>
                <c:pt idx="164">
                  <c:v>227.25</c:v>
                </c:pt>
                <c:pt idx="165">
                  <c:v>239.3</c:v>
                </c:pt>
                <c:pt idx="166">
                  <c:v>247.45</c:v>
                </c:pt>
                <c:pt idx="167">
                  <c:v>274.89999999999998</c:v>
                </c:pt>
                <c:pt idx="168">
                  <c:v>278.64999999999998</c:v>
                </c:pt>
                <c:pt idx="169">
                  <c:v>307.25</c:v>
                </c:pt>
                <c:pt idx="170">
                  <c:v>309</c:v>
                </c:pt>
                <c:pt idx="171">
                  <c:v>308.85000000000002</c:v>
                </c:pt>
                <c:pt idx="172">
                  <c:v>309.2</c:v>
                </c:pt>
                <c:pt idx="173">
                  <c:v>310.25</c:v>
                </c:pt>
                <c:pt idx="174">
                  <c:v>316.45</c:v>
                </c:pt>
                <c:pt idx="175">
                  <c:v>341.45</c:v>
                </c:pt>
                <c:pt idx="176">
                  <c:v>359.15</c:v>
                </c:pt>
                <c:pt idx="177">
                  <c:v>362.35</c:v>
                </c:pt>
                <c:pt idx="178">
                  <c:v>291.5</c:v>
                </c:pt>
                <c:pt idx="179">
                  <c:v>228.2</c:v>
                </c:pt>
                <c:pt idx="180">
                  <c:v>247.2</c:v>
                </c:pt>
                <c:pt idx="181">
                  <c:v>255.65</c:v>
                </c:pt>
                <c:pt idx="182">
                  <c:v>267.39999999999998</c:v>
                </c:pt>
                <c:pt idx="183">
                  <c:v>278.25</c:v>
                </c:pt>
                <c:pt idx="184">
                  <c:v>285.5</c:v>
                </c:pt>
                <c:pt idx="185">
                  <c:v>266.7</c:v>
                </c:pt>
                <c:pt idx="186">
                  <c:v>243.15</c:v>
                </c:pt>
                <c:pt idx="187">
                  <c:v>229.8</c:v>
                </c:pt>
                <c:pt idx="188">
                  <c:v>228.8</c:v>
                </c:pt>
                <c:pt idx="189">
                  <c:v>225</c:v>
                </c:pt>
                <c:pt idx="190">
                  <c:v>198.75</c:v>
                </c:pt>
                <c:pt idx="191">
                  <c:v>180.95</c:v>
                </c:pt>
                <c:pt idx="192">
                  <c:v>172.15</c:v>
                </c:pt>
                <c:pt idx="193">
                  <c:v>167.25</c:v>
                </c:pt>
                <c:pt idx="194">
                  <c:v>181.55</c:v>
                </c:pt>
                <c:pt idx="195">
                  <c:v>180.05</c:v>
                </c:pt>
                <c:pt idx="196">
                  <c:v>158</c:v>
                </c:pt>
                <c:pt idx="197">
                  <c:v>141.44999999999999</c:v>
                </c:pt>
                <c:pt idx="198">
                  <c:v>139.30000000000001</c:v>
                </c:pt>
                <c:pt idx="199">
                  <c:v>145.35</c:v>
                </c:pt>
                <c:pt idx="200">
                  <c:v>139.80000000000001</c:v>
                </c:pt>
                <c:pt idx="201">
                  <c:v>118.35</c:v>
                </c:pt>
                <c:pt idx="202">
                  <c:v>98.1</c:v>
                </c:pt>
                <c:pt idx="203">
                  <c:v>103.4</c:v>
                </c:pt>
                <c:pt idx="204">
                  <c:v>82.8</c:v>
                </c:pt>
                <c:pt idx="205">
                  <c:v>78.55</c:v>
                </c:pt>
                <c:pt idx="206">
                  <c:v>78.900000000000006</c:v>
                </c:pt>
                <c:pt idx="207">
                  <c:v>81.05</c:v>
                </c:pt>
                <c:pt idx="208">
                  <c:v>64.05</c:v>
                </c:pt>
                <c:pt idx="209">
                  <c:v>51.85</c:v>
                </c:pt>
                <c:pt idx="210">
                  <c:v>46.85</c:v>
                </c:pt>
                <c:pt idx="211">
                  <c:v>47.75</c:v>
                </c:pt>
                <c:pt idx="212">
                  <c:v>64.400000000000006</c:v>
                </c:pt>
                <c:pt idx="213">
                  <c:v>71</c:v>
                </c:pt>
                <c:pt idx="214">
                  <c:v>65.3</c:v>
                </c:pt>
                <c:pt idx="215">
                  <c:v>62.2</c:v>
                </c:pt>
                <c:pt idx="216">
                  <c:v>58.85</c:v>
                </c:pt>
                <c:pt idx="217">
                  <c:v>61.85</c:v>
                </c:pt>
                <c:pt idx="218">
                  <c:v>55.15</c:v>
                </c:pt>
                <c:pt idx="219">
                  <c:v>57.75</c:v>
                </c:pt>
                <c:pt idx="220">
                  <c:v>66.7</c:v>
                </c:pt>
                <c:pt idx="221">
                  <c:v>83.3</c:v>
                </c:pt>
                <c:pt idx="222">
                  <c:v>93.8</c:v>
                </c:pt>
                <c:pt idx="223">
                  <c:v>98.55</c:v>
                </c:pt>
                <c:pt idx="224">
                  <c:v>98.85</c:v>
                </c:pt>
                <c:pt idx="225">
                  <c:v>99.45</c:v>
                </c:pt>
                <c:pt idx="226">
                  <c:v>91.65</c:v>
                </c:pt>
                <c:pt idx="227">
                  <c:v>95.45</c:v>
                </c:pt>
                <c:pt idx="228">
                  <c:v>99.05</c:v>
                </c:pt>
                <c:pt idx="229">
                  <c:v>102.85</c:v>
                </c:pt>
                <c:pt idx="230">
                  <c:v>106.9</c:v>
                </c:pt>
                <c:pt idx="231">
                  <c:v>102.3</c:v>
                </c:pt>
                <c:pt idx="232">
                  <c:v>103.55</c:v>
                </c:pt>
                <c:pt idx="233">
                  <c:v>96.2</c:v>
                </c:pt>
                <c:pt idx="234">
                  <c:v>95.9</c:v>
                </c:pt>
                <c:pt idx="235">
                  <c:v>92.25</c:v>
                </c:pt>
                <c:pt idx="236">
                  <c:v>91.6</c:v>
                </c:pt>
                <c:pt idx="237">
                  <c:v>90.2</c:v>
                </c:pt>
                <c:pt idx="238">
                  <c:v>93</c:v>
                </c:pt>
                <c:pt idx="239">
                  <c:v>98.3</c:v>
                </c:pt>
                <c:pt idx="240">
                  <c:v>101.8</c:v>
                </c:pt>
                <c:pt idx="241">
                  <c:v>103.2</c:v>
                </c:pt>
                <c:pt idx="242">
                  <c:v>103.7</c:v>
                </c:pt>
                <c:pt idx="243">
                  <c:v>100</c:v>
                </c:pt>
                <c:pt idx="244">
                  <c:v>105.45</c:v>
                </c:pt>
                <c:pt idx="245">
                  <c:v>112.75</c:v>
                </c:pt>
                <c:pt idx="246">
                  <c:v>115.25</c:v>
                </c:pt>
                <c:pt idx="247">
                  <c:v>122.65</c:v>
                </c:pt>
                <c:pt idx="248">
                  <c:v>126.95</c:v>
                </c:pt>
                <c:pt idx="249">
                  <c:v>130.69999999999999</c:v>
                </c:pt>
                <c:pt idx="250">
                  <c:v>134.80000000000001</c:v>
                </c:pt>
                <c:pt idx="251">
                  <c:v>144.75</c:v>
                </c:pt>
                <c:pt idx="252">
                  <c:v>141.69999999999999</c:v>
                </c:pt>
                <c:pt idx="253">
                  <c:v>146.30000000000001</c:v>
                </c:pt>
                <c:pt idx="254">
                  <c:v>152</c:v>
                </c:pt>
                <c:pt idx="255">
                  <c:v>154.6</c:v>
                </c:pt>
                <c:pt idx="256">
                  <c:v>152.85</c:v>
                </c:pt>
                <c:pt idx="257">
                  <c:v>149.5</c:v>
                </c:pt>
                <c:pt idx="258">
                  <c:v>155</c:v>
                </c:pt>
                <c:pt idx="259">
                  <c:v>162.25</c:v>
                </c:pt>
                <c:pt idx="260">
                  <c:v>164.95</c:v>
                </c:pt>
                <c:pt idx="261">
                  <c:v>167.4</c:v>
                </c:pt>
                <c:pt idx="262">
                  <c:v>172.95</c:v>
                </c:pt>
                <c:pt idx="263">
                  <c:v>180.8</c:v>
                </c:pt>
                <c:pt idx="264">
                  <c:v>179.05</c:v>
                </c:pt>
                <c:pt idx="265">
                  <c:v>182.3</c:v>
                </c:pt>
                <c:pt idx="266">
                  <c:v>188.4</c:v>
                </c:pt>
                <c:pt idx="267">
                  <c:v>187.1</c:v>
                </c:pt>
                <c:pt idx="268">
                  <c:v>177.65</c:v>
                </c:pt>
                <c:pt idx="269">
                  <c:v>171.9</c:v>
                </c:pt>
                <c:pt idx="270">
                  <c:v>170.3</c:v>
                </c:pt>
                <c:pt idx="271">
                  <c:v>177.85</c:v>
                </c:pt>
                <c:pt idx="272">
                  <c:v>182.95</c:v>
                </c:pt>
                <c:pt idx="273">
                  <c:v>160.25</c:v>
                </c:pt>
                <c:pt idx="274">
                  <c:v>139.9</c:v>
                </c:pt>
                <c:pt idx="275">
                  <c:v>124.75</c:v>
                </c:pt>
                <c:pt idx="276">
                  <c:v>124.35</c:v>
                </c:pt>
                <c:pt idx="277">
                  <c:v>127.25</c:v>
                </c:pt>
                <c:pt idx="278">
                  <c:v>125.45</c:v>
                </c:pt>
                <c:pt idx="279">
                  <c:v>114.75</c:v>
                </c:pt>
                <c:pt idx="280">
                  <c:v>111</c:v>
                </c:pt>
                <c:pt idx="281">
                  <c:v>113.55</c:v>
                </c:pt>
                <c:pt idx="282">
                  <c:v>122.8</c:v>
                </c:pt>
                <c:pt idx="283">
                  <c:v>139.75</c:v>
                </c:pt>
                <c:pt idx="284">
                  <c:v>140.94999999999999</c:v>
                </c:pt>
                <c:pt idx="285">
                  <c:v>136.5</c:v>
                </c:pt>
                <c:pt idx="286">
                  <c:v>148.65</c:v>
                </c:pt>
                <c:pt idx="287">
                  <c:v>152.25</c:v>
                </c:pt>
                <c:pt idx="288">
                  <c:v>151.1</c:v>
                </c:pt>
                <c:pt idx="289">
                  <c:v>145.65</c:v>
                </c:pt>
                <c:pt idx="290">
                  <c:v>144.85</c:v>
                </c:pt>
                <c:pt idx="291">
                  <c:v>142.05000000000001</c:v>
                </c:pt>
                <c:pt idx="292">
                  <c:v>127.1</c:v>
                </c:pt>
                <c:pt idx="293">
                  <c:v>133</c:v>
                </c:pt>
                <c:pt idx="294">
                  <c:v>135.1</c:v>
                </c:pt>
                <c:pt idx="295">
                  <c:v>138.19999999999999</c:v>
                </c:pt>
                <c:pt idx="296">
                  <c:v>137.80000000000001</c:v>
                </c:pt>
                <c:pt idx="297">
                  <c:v>144.4</c:v>
                </c:pt>
                <c:pt idx="298">
                  <c:v>152.55000000000001</c:v>
                </c:pt>
                <c:pt idx="299">
                  <c:v>149.15</c:v>
                </c:pt>
                <c:pt idx="300">
                  <c:v>148.35</c:v>
                </c:pt>
                <c:pt idx="301">
                  <c:v>148.75</c:v>
                </c:pt>
                <c:pt idx="302">
                  <c:v>146.94999999999999</c:v>
                </c:pt>
                <c:pt idx="303">
                  <c:v>147</c:v>
                </c:pt>
                <c:pt idx="304">
                  <c:v>149.05000000000001</c:v>
                </c:pt>
                <c:pt idx="305">
                  <c:v>131.05000000000001</c:v>
                </c:pt>
                <c:pt idx="306">
                  <c:v>117.85</c:v>
                </c:pt>
                <c:pt idx="307">
                  <c:v>123.55</c:v>
                </c:pt>
                <c:pt idx="308">
                  <c:v>125.35</c:v>
                </c:pt>
                <c:pt idx="309">
                  <c:v>131.4</c:v>
                </c:pt>
                <c:pt idx="310">
                  <c:v>132.75</c:v>
                </c:pt>
                <c:pt idx="311">
                  <c:v>133.94999999999999</c:v>
                </c:pt>
                <c:pt idx="312">
                  <c:v>130.4</c:v>
                </c:pt>
                <c:pt idx="313">
                  <c:v>128.85</c:v>
                </c:pt>
                <c:pt idx="314">
                  <c:v>121.25</c:v>
                </c:pt>
                <c:pt idx="315">
                  <c:v>122.1</c:v>
                </c:pt>
                <c:pt idx="316">
                  <c:v>120.1</c:v>
                </c:pt>
                <c:pt idx="317">
                  <c:v>116.55</c:v>
                </c:pt>
                <c:pt idx="318">
                  <c:v>120.1</c:v>
                </c:pt>
                <c:pt idx="319">
                  <c:v>126.5</c:v>
                </c:pt>
                <c:pt idx="320">
                  <c:v>126.55</c:v>
                </c:pt>
                <c:pt idx="321">
                  <c:v>127.55</c:v>
                </c:pt>
                <c:pt idx="322">
                  <c:v>122.35</c:v>
                </c:pt>
                <c:pt idx="323">
                  <c:v>117.05</c:v>
                </c:pt>
                <c:pt idx="324">
                  <c:v>111.5</c:v>
                </c:pt>
                <c:pt idx="325">
                  <c:v>111.55</c:v>
                </c:pt>
                <c:pt idx="326">
                  <c:v>107.95</c:v>
                </c:pt>
                <c:pt idx="327">
                  <c:v>103.1</c:v>
                </c:pt>
                <c:pt idx="328">
                  <c:v>97.7</c:v>
                </c:pt>
                <c:pt idx="329">
                  <c:v>98.45</c:v>
                </c:pt>
                <c:pt idx="330">
                  <c:v>103.8</c:v>
                </c:pt>
                <c:pt idx="331">
                  <c:v>105.8</c:v>
                </c:pt>
                <c:pt idx="332">
                  <c:v>106.2</c:v>
                </c:pt>
                <c:pt idx="333">
                  <c:v>107.8</c:v>
                </c:pt>
                <c:pt idx="334">
                  <c:v>112.5</c:v>
                </c:pt>
                <c:pt idx="335">
                  <c:v>115.7</c:v>
                </c:pt>
                <c:pt idx="336">
                  <c:v>117.15</c:v>
                </c:pt>
                <c:pt idx="337">
                  <c:v>122.42</c:v>
                </c:pt>
                <c:pt idx="338">
                  <c:v>127.59</c:v>
                </c:pt>
                <c:pt idx="339">
                  <c:v>132.71</c:v>
                </c:pt>
                <c:pt idx="340">
                  <c:v>134.06</c:v>
                </c:pt>
                <c:pt idx="341">
                  <c:v>139.13</c:v>
                </c:pt>
                <c:pt idx="342">
                  <c:v>141.08000000000001</c:v>
                </c:pt>
                <c:pt idx="343">
                  <c:v>140.88</c:v>
                </c:pt>
                <c:pt idx="344">
                  <c:v>136.22</c:v>
                </c:pt>
                <c:pt idx="345">
                  <c:v>139.33000000000001</c:v>
                </c:pt>
                <c:pt idx="346">
                  <c:v>138.36000000000001</c:v>
                </c:pt>
                <c:pt idx="347">
                  <c:v>134.04</c:v>
                </c:pt>
                <c:pt idx="348">
                  <c:v>133.46</c:v>
                </c:pt>
                <c:pt idx="349">
                  <c:v>137.28</c:v>
                </c:pt>
                <c:pt idx="350">
                  <c:v>135.84</c:v>
                </c:pt>
                <c:pt idx="351">
                  <c:v>138.72</c:v>
                </c:pt>
                <c:pt idx="352">
                  <c:v>137.06</c:v>
                </c:pt>
                <c:pt idx="353">
                  <c:v>139.65</c:v>
                </c:pt>
                <c:pt idx="354">
                  <c:v>145.12</c:v>
                </c:pt>
                <c:pt idx="355">
                  <c:v>148.04</c:v>
                </c:pt>
                <c:pt idx="356">
                  <c:v>146.93</c:v>
                </c:pt>
                <c:pt idx="357">
                  <c:v>145.06</c:v>
                </c:pt>
                <c:pt idx="358">
                  <c:v>147.38</c:v>
                </c:pt>
                <c:pt idx="359">
                  <c:v>146.84</c:v>
                </c:pt>
                <c:pt idx="360">
                  <c:v>149.91999999999999</c:v>
                </c:pt>
                <c:pt idx="361">
                  <c:v>153.6</c:v>
                </c:pt>
                <c:pt idx="362">
                  <c:v>157.1</c:v>
                </c:pt>
                <c:pt idx="363">
                  <c:v>156.9</c:v>
                </c:pt>
                <c:pt idx="364">
                  <c:v>160.22</c:v>
                </c:pt>
                <c:pt idx="365">
                  <c:v>166.08</c:v>
                </c:pt>
                <c:pt idx="366">
                  <c:v>166.74</c:v>
                </c:pt>
                <c:pt idx="367">
                  <c:v>164</c:v>
                </c:pt>
                <c:pt idx="368">
                  <c:v>167.92</c:v>
                </c:pt>
                <c:pt idx="369">
                  <c:v>177.8</c:v>
                </c:pt>
                <c:pt idx="370">
                  <c:v>185.06</c:v>
                </c:pt>
                <c:pt idx="371">
                  <c:v>189.34</c:v>
                </c:pt>
                <c:pt idx="372">
                  <c:v>192.44</c:v>
                </c:pt>
                <c:pt idx="373">
                  <c:v>198.12</c:v>
                </c:pt>
                <c:pt idx="374">
                  <c:v>196.5</c:v>
                </c:pt>
                <c:pt idx="375">
                  <c:v>194.51</c:v>
                </c:pt>
                <c:pt idx="376">
                  <c:v>203.75</c:v>
                </c:pt>
                <c:pt idx="377">
                  <c:v>206.58</c:v>
                </c:pt>
                <c:pt idx="378">
                  <c:v>206</c:v>
                </c:pt>
                <c:pt idx="379">
                  <c:v>201.39</c:v>
                </c:pt>
                <c:pt idx="380">
                  <c:v>196.86</c:v>
                </c:pt>
                <c:pt idx="381">
                  <c:v>173.18</c:v>
                </c:pt>
                <c:pt idx="382">
                  <c:v>169.53</c:v>
                </c:pt>
                <c:pt idx="383">
                  <c:v>168.98</c:v>
                </c:pt>
                <c:pt idx="384">
                  <c:v>172.91</c:v>
                </c:pt>
                <c:pt idx="385">
                  <c:v>176.2</c:v>
                </c:pt>
                <c:pt idx="386">
                  <c:v>180.86</c:v>
                </c:pt>
                <c:pt idx="387">
                  <c:v>177.12</c:v>
                </c:pt>
                <c:pt idx="388">
                  <c:v>172.07</c:v>
                </c:pt>
                <c:pt idx="389">
                  <c:v>168.71</c:v>
                </c:pt>
                <c:pt idx="390">
                  <c:v>172.72</c:v>
                </c:pt>
                <c:pt idx="391">
                  <c:v>183.36</c:v>
                </c:pt>
                <c:pt idx="392">
                  <c:v>180.69</c:v>
                </c:pt>
                <c:pt idx="393">
                  <c:v>177.34</c:v>
                </c:pt>
                <c:pt idx="394">
                  <c:v>181.7</c:v>
                </c:pt>
                <c:pt idx="395">
                  <c:v>181.28</c:v>
                </c:pt>
                <c:pt idx="396">
                  <c:v>178.45</c:v>
                </c:pt>
                <c:pt idx="397">
                  <c:v>176.11</c:v>
                </c:pt>
                <c:pt idx="398">
                  <c:v>170.28</c:v>
                </c:pt>
                <c:pt idx="399">
                  <c:v>171.3</c:v>
                </c:pt>
                <c:pt idx="400">
                  <c:v>180.55</c:v>
                </c:pt>
                <c:pt idx="401">
                  <c:v>185.67</c:v>
                </c:pt>
                <c:pt idx="402">
                  <c:v>190.53</c:v>
                </c:pt>
                <c:pt idx="403">
                  <c:v>186.41</c:v>
                </c:pt>
                <c:pt idx="404">
                  <c:v>181.44</c:v>
                </c:pt>
                <c:pt idx="405">
                  <c:v>180.68</c:v>
                </c:pt>
                <c:pt idx="406">
                  <c:v>185.03</c:v>
                </c:pt>
                <c:pt idx="407">
                  <c:v>180.48</c:v>
                </c:pt>
                <c:pt idx="408">
                  <c:v>175.57</c:v>
                </c:pt>
                <c:pt idx="409">
                  <c:v>178.28</c:v>
                </c:pt>
                <c:pt idx="410">
                  <c:v>175.74</c:v>
                </c:pt>
                <c:pt idx="411">
                  <c:v>176.06</c:v>
                </c:pt>
                <c:pt idx="412">
                  <c:v>175.2</c:v>
                </c:pt>
                <c:pt idx="413">
                  <c:v>172.5</c:v>
                </c:pt>
                <c:pt idx="414">
                  <c:v>164.88</c:v>
                </c:pt>
                <c:pt idx="415">
                  <c:v>172.27</c:v>
                </c:pt>
                <c:pt idx="416">
                  <c:v>179.43</c:v>
                </c:pt>
                <c:pt idx="417">
                  <c:v>180.66</c:v>
                </c:pt>
                <c:pt idx="418">
                  <c:v>186.17</c:v>
                </c:pt>
                <c:pt idx="419">
                  <c:v>190.8</c:v>
                </c:pt>
                <c:pt idx="420">
                  <c:v>196.62</c:v>
                </c:pt>
                <c:pt idx="421">
                  <c:v>199.79</c:v>
                </c:pt>
                <c:pt idx="422">
                  <c:v>203.46</c:v>
                </c:pt>
                <c:pt idx="423">
                  <c:v>206.3</c:v>
                </c:pt>
                <c:pt idx="424">
                  <c:v>212.67</c:v>
                </c:pt>
                <c:pt idx="425">
                  <c:v>219.36</c:v>
                </c:pt>
                <c:pt idx="426">
                  <c:v>221.02</c:v>
                </c:pt>
                <c:pt idx="427">
                  <c:v>205.3</c:v>
                </c:pt>
                <c:pt idx="428">
                  <c:v>216.6</c:v>
                </c:pt>
                <c:pt idx="429">
                  <c:v>223.21</c:v>
                </c:pt>
                <c:pt idx="430">
                  <c:v>229.32</c:v>
                </c:pt>
                <c:pt idx="431">
                  <c:v>229.38</c:v>
                </c:pt>
                <c:pt idx="432">
                  <c:v>229.26</c:v>
                </c:pt>
                <c:pt idx="433">
                  <c:v>244.45</c:v>
                </c:pt>
                <c:pt idx="434">
                  <c:v>253.32</c:v>
                </c:pt>
                <c:pt idx="435">
                  <c:v>249.5</c:v>
                </c:pt>
                <c:pt idx="436">
                  <c:v>253.36</c:v>
                </c:pt>
                <c:pt idx="437">
                  <c:v>254.36</c:v>
                </c:pt>
                <c:pt idx="438">
                  <c:v>249.32</c:v>
                </c:pt>
                <c:pt idx="439">
                  <c:v>253.6</c:v>
                </c:pt>
                <c:pt idx="440">
                  <c:v>264.92</c:v>
                </c:pt>
                <c:pt idx="441">
                  <c:v>273.36</c:v>
                </c:pt>
                <c:pt idx="442">
                  <c:v>269.73</c:v>
                </c:pt>
                <c:pt idx="443">
                  <c:v>259.61</c:v>
                </c:pt>
                <c:pt idx="444">
                  <c:v>266.08999999999997</c:v>
                </c:pt>
                <c:pt idx="445">
                  <c:v>271.70999999999998</c:v>
                </c:pt>
                <c:pt idx="446">
                  <c:v>265.19</c:v>
                </c:pt>
                <c:pt idx="447">
                  <c:v>264.48</c:v>
                </c:pt>
                <c:pt idx="448">
                  <c:v>262.55</c:v>
                </c:pt>
                <c:pt idx="449">
                  <c:v>261.61</c:v>
                </c:pt>
                <c:pt idx="450">
                  <c:v>268.39</c:v>
                </c:pt>
                <c:pt idx="451">
                  <c:v>276.04000000000002</c:v>
                </c:pt>
                <c:pt idx="452">
                  <c:v>276.7</c:v>
                </c:pt>
                <c:pt idx="453">
                  <c:v>272.39999999999998</c:v>
                </c:pt>
                <c:pt idx="454">
                  <c:v>267.77</c:v>
                </c:pt>
                <c:pt idx="455">
                  <c:v>276.37</c:v>
                </c:pt>
                <c:pt idx="456">
                  <c:v>285.95</c:v>
                </c:pt>
                <c:pt idx="457">
                  <c:v>288.44</c:v>
                </c:pt>
                <c:pt idx="458">
                  <c:v>283.94</c:v>
                </c:pt>
                <c:pt idx="459">
                  <c:v>286.79000000000002</c:v>
                </c:pt>
                <c:pt idx="460">
                  <c:v>275.27999999999997</c:v>
                </c:pt>
                <c:pt idx="461">
                  <c:v>276.83999999999997</c:v>
                </c:pt>
                <c:pt idx="462">
                  <c:v>266.88</c:v>
                </c:pt>
                <c:pt idx="463">
                  <c:v>270.32</c:v>
                </c:pt>
                <c:pt idx="464">
                  <c:v>272.20999999999998</c:v>
                </c:pt>
                <c:pt idx="465">
                  <c:v>261.89999999999998</c:v>
                </c:pt>
                <c:pt idx="466">
                  <c:v>270.73</c:v>
                </c:pt>
                <c:pt idx="467">
                  <c:v>277.10000000000002</c:v>
                </c:pt>
                <c:pt idx="468">
                  <c:v>281.14999999999998</c:v>
                </c:pt>
                <c:pt idx="469">
                  <c:v>286.64</c:v>
                </c:pt>
                <c:pt idx="470">
                  <c:v>292.13</c:v>
                </c:pt>
                <c:pt idx="471">
                  <c:v>299.14999999999998</c:v>
                </c:pt>
                <c:pt idx="472">
                  <c:v>310.92</c:v>
                </c:pt>
                <c:pt idx="473">
                  <c:v>322.86</c:v>
                </c:pt>
                <c:pt idx="474">
                  <c:v>327.91</c:v>
                </c:pt>
                <c:pt idx="475">
                  <c:v>341.27</c:v>
                </c:pt>
                <c:pt idx="476">
                  <c:v>346.06</c:v>
                </c:pt>
                <c:pt idx="477">
                  <c:v>352.71</c:v>
                </c:pt>
                <c:pt idx="478">
                  <c:v>358.29</c:v>
                </c:pt>
                <c:pt idx="479">
                  <c:v>375.75</c:v>
                </c:pt>
                <c:pt idx="480">
                  <c:v>393.84</c:v>
                </c:pt>
                <c:pt idx="481">
                  <c:v>398.43</c:v>
                </c:pt>
                <c:pt idx="482">
                  <c:v>410.25</c:v>
                </c:pt>
                <c:pt idx="483">
                  <c:v>408.91</c:v>
                </c:pt>
                <c:pt idx="484">
                  <c:v>422.99</c:v>
                </c:pt>
                <c:pt idx="485">
                  <c:v>421.55</c:v>
                </c:pt>
                <c:pt idx="486">
                  <c:v>440.79</c:v>
                </c:pt>
                <c:pt idx="487">
                  <c:v>462.16</c:v>
                </c:pt>
                <c:pt idx="488">
                  <c:v>457.29</c:v>
                </c:pt>
                <c:pt idx="489">
                  <c:v>476.43</c:v>
                </c:pt>
                <c:pt idx="490">
                  <c:v>452.65</c:v>
                </c:pt>
                <c:pt idx="491">
                  <c:v>476.58</c:v>
                </c:pt>
                <c:pt idx="492">
                  <c:v>484.58</c:v>
                </c:pt>
                <c:pt idx="493">
                  <c:v>474.75</c:v>
                </c:pt>
                <c:pt idx="494">
                  <c:v>475.52</c:v>
                </c:pt>
                <c:pt idx="495">
                  <c:v>502.67</c:v>
                </c:pt>
                <c:pt idx="496">
                  <c:v>511.04</c:v>
                </c:pt>
                <c:pt idx="497">
                  <c:v>495.2</c:v>
                </c:pt>
                <c:pt idx="498">
                  <c:v>485.33</c:v>
                </c:pt>
                <c:pt idx="499">
                  <c:v>509.76</c:v>
                </c:pt>
                <c:pt idx="500">
                  <c:v>511.69</c:v>
                </c:pt>
                <c:pt idx="501">
                  <c:v>495.01</c:v>
                </c:pt>
                <c:pt idx="502">
                  <c:v>483.8</c:v>
                </c:pt>
                <c:pt idx="503">
                  <c:v>479.34</c:v>
                </c:pt>
                <c:pt idx="504">
                  <c:v>492.01</c:v>
                </c:pt>
                <c:pt idx="505">
                  <c:v>485.9</c:v>
                </c:pt>
                <c:pt idx="506">
                  <c:v>466.84</c:v>
                </c:pt>
                <c:pt idx="507">
                  <c:v>472.78</c:v>
                </c:pt>
                <c:pt idx="508">
                  <c:v>485.42</c:v>
                </c:pt>
                <c:pt idx="509">
                  <c:v>500.83</c:v>
                </c:pt>
                <c:pt idx="510">
                  <c:v>505.27</c:v>
                </c:pt>
                <c:pt idx="511">
                  <c:v>514.64</c:v>
                </c:pt>
                <c:pt idx="512">
                  <c:v>487.97</c:v>
                </c:pt>
                <c:pt idx="513">
                  <c:v>471.79</c:v>
                </c:pt>
                <c:pt idx="514">
                  <c:v>443.38</c:v>
                </c:pt>
                <c:pt idx="515">
                  <c:v>436.73</c:v>
                </c:pt>
                <c:pt idx="516">
                  <c:v>436.94</c:v>
                </c:pt>
                <c:pt idx="517">
                  <c:v>445.68</c:v>
                </c:pt>
                <c:pt idx="518">
                  <c:v>444.16</c:v>
                </c:pt>
                <c:pt idx="519">
                  <c:v>450.14</c:v>
                </c:pt>
                <c:pt idx="520">
                  <c:v>446.9</c:v>
                </c:pt>
                <c:pt idx="521">
                  <c:v>460.04</c:v>
                </c:pt>
                <c:pt idx="522">
                  <c:v>471.97</c:v>
                </c:pt>
                <c:pt idx="523">
                  <c:v>488.27</c:v>
                </c:pt>
                <c:pt idx="524">
                  <c:v>507.55</c:v>
                </c:pt>
                <c:pt idx="525">
                  <c:v>521.82000000000005</c:v>
                </c:pt>
                <c:pt idx="526">
                  <c:v>539.85</c:v>
                </c:pt>
                <c:pt idx="527">
                  <c:v>557.1</c:v>
                </c:pt>
                <c:pt idx="528">
                  <c:v>566.42999999999995</c:v>
                </c:pt>
                <c:pt idx="529">
                  <c:v>592.29</c:v>
                </c:pt>
                <c:pt idx="530">
                  <c:v>590.72</c:v>
                </c:pt>
                <c:pt idx="531">
                  <c:v>609.12</c:v>
                </c:pt>
                <c:pt idx="532">
                  <c:v>616.99</c:v>
                </c:pt>
                <c:pt idx="533">
                  <c:v>630.79999999999995</c:v>
                </c:pt>
                <c:pt idx="534">
                  <c:v>631.51</c:v>
                </c:pt>
                <c:pt idx="535">
                  <c:v>662.81</c:v>
                </c:pt>
                <c:pt idx="536">
                  <c:v>660.58</c:v>
                </c:pt>
                <c:pt idx="537">
                  <c:v>635.47</c:v>
                </c:pt>
                <c:pt idx="538">
                  <c:v>637.34</c:v>
                </c:pt>
                <c:pt idx="539">
                  <c:v>646.42999999999995</c:v>
                </c:pt>
                <c:pt idx="540">
                  <c:v>671.35</c:v>
                </c:pt>
                <c:pt idx="541">
                  <c:v>665.39</c:v>
                </c:pt>
                <c:pt idx="542">
                  <c:v>624.88</c:v>
                </c:pt>
                <c:pt idx="543">
                  <c:v>614.70000000000005</c:v>
                </c:pt>
                <c:pt idx="544">
                  <c:v>619.98</c:v>
                </c:pt>
                <c:pt idx="545">
                  <c:v>615.64</c:v>
                </c:pt>
                <c:pt idx="546">
                  <c:v>644.38</c:v>
                </c:pt>
                <c:pt idx="547">
                  <c:v>625.83000000000004</c:v>
                </c:pt>
                <c:pt idx="548">
                  <c:v>624.47</c:v>
                </c:pt>
                <c:pt idx="549">
                  <c:v>598.1</c:v>
                </c:pt>
                <c:pt idx="550">
                  <c:v>582.45000000000005</c:v>
                </c:pt>
                <c:pt idx="551">
                  <c:v>601.14</c:v>
                </c:pt>
                <c:pt idx="552">
                  <c:v>609.54</c:v>
                </c:pt>
                <c:pt idx="553">
                  <c:v>632.20000000000005</c:v>
                </c:pt>
                <c:pt idx="554">
                  <c:v>650.01</c:v>
                </c:pt>
                <c:pt idx="555">
                  <c:v>670.56</c:v>
                </c:pt>
                <c:pt idx="556">
                  <c:v>684.9</c:v>
                </c:pt>
                <c:pt idx="557">
                  <c:v>693.03</c:v>
                </c:pt>
                <c:pt idx="558">
                  <c:v>691.44</c:v>
                </c:pt>
                <c:pt idx="559">
                  <c:v>690.66</c:v>
                </c:pt>
                <c:pt idx="560">
                  <c:v>718.64</c:v>
                </c:pt>
                <c:pt idx="561">
                  <c:v>711.02</c:v>
                </c:pt>
                <c:pt idx="562">
                  <c:v>703.01</c:v>
                </c:pt>
                <c:pt idx="563">
                  <c:v>724.74</c:v>
                </c:pt>
                <c:pt idx="564">
                  <c:v>728.44</c:v>
                </c:pt>
                <c:pt idx="565">
                  <c:v>705.16</c:v>
                </c:pt>
                <c:pt idx="566">
                  <c:v>711.95</c:v>
                </c:pt>
                <c:pt idx="567">
                  <c:v>714.21</c:v>
                </c:pt>
                <c:pt idx="568">
                  <c:v>690.28</c:v>
                </c:pt>
                <c:pt idx="569">
                  <c:v>643.71</c:v>
                </c:pt>
                <c:pt idx="570">
                  <c:v>572.64</c:v>
                </c:pt>
                <c:pt idx="571">
                  <c:v>581.78</c:v>
                </c:pt>
                <c:pt idx="572">
                  <c:v>602.51</c:v>
                </c:pt>
                <c:pt idx="573">
                  <c:v>597.02</c:v>
                </c:pt>
                <c:pt idx="574">
                  <c:v>580.65</c:v>
                </c:pt>
                <c:pt idx="575">
                  <c:v>628.82000000000005</c:v>
                </c:pt>
                <c:pt idx="576">
                  <c:v>648.38</c:v>
                </c:pt>
                <c:pt idx="577">
                  <c:v>672.1</c:v>
                </c:pt>
                <c:pt idx="578">
                  <c:v>679.75</c:v>
                </c:pt>
                <c:pt idx="579">
                  <c:v>674.63</c:v>
                </c:pt>
                <c:pt idx="580">
                  <c:v>707.12</c:v>
                </c:pt>
                <c:pt idx="581">
                  <c:v>720.84</c:v>
                </c:pt>
                <c:pt idx="582">
                  <c:v>719.14</c:v>
                </c:pt>
                <c:pt idx="583">
                  <c:v>700.75</c:v>
                </c:pt>
                <c:pt idx="584">
                  <c:v>714.15</c:v>
                </c:pt>
                <c:pt idx="585">
                  <c:v>738.52</c:v>
                </c:pt>
                <c:pt idx="586">
                  <c:v>747.52</c:v>
                </c:pt>
                <c:pt idx="587">
                  <c:v>743.24</c:v>
                </c:pt>
                <c:pt idx="588">
                  <c:v>759.94</c:v>
                </c:pt>
                <c:pt idx="589">
                  <c:v>776.62</c:v>
                </c:pt>
                <c:pt idx="590">
                  <c:v>793.03</c:v>
                </c:pt>
                <c:pt idx="591">
                  <c:v>812.18</c:v>
                </c:pt>
                <c:pt idx="592">
                  <c:v>820.94</c:v>
                </c:pt>
                <c:pt idx="593">
                  <c:v>823.12</c:v>
                </c:pt>
                <c:pt idx="594">
                  <c:v>817.63</c:v>
                </c:pt>
                <c:pt idx="595">
                  <c:v>844.24</c:v>
                </c:pt>
                <c:pt idx="596">
                  <c:v>835.3</c:v>
                </c:pt>
                <c:pt idx="597">
                  <c:v>863.55</c:v>
                </c:pt>
                <c:pt idx="598">
                  <c:v>875.26</c:v>
                </c:pt>
                <c:pt idx="599">
                  <c:v>880.04</c:v>
                </c:pt>
                <c:pt idx="600">
                  <c:v>866.73</c:v>
                </c:pt>
                <c:pt idx="601">
                  <c:v>889.89</c:v>
                </c:pt>
                <c:pt idx="602">
                  <c:v>894.41</c:v>
                </c:pt>
                <c:pt idx="603">
                  <c:v>896.44</c:v>
                </c:pt>
                <c:pt idx="604">
                  <c:v>907.71</c:v>
                </c:pt>
                <c:pt idx="605">
                  <c:v>927.5</c:v>
                </c:pt>
                <c:pt idx="606">
                  <c:v>878.06</c:v>
                </c:pt>
                <c:pt idx="607">
                  <c:v>873.43</c:v>
                </c:pt>
                <c:pt idx="608">
                  <c:v>887.7</c:v>
                </c:pt>
                <c:pt idx="609">
                  <c:v>922.18</c:v>
                </c:pt>
                <c:pt idx="610">
                  <c:v>944.77</c:v>
                </c:pt>
                <c:pt idx="611">
                  <c:v>953.31</c:v>
                </c:pt>
                <c:pt idx="612">
                  <c:v>955.19</c:v>
                </c:pt>
                <c:pt idx="613">
                  <c:v>985.93</c:v>
                </c:pt>
                <c:pt idx="614">
                  <c:v>977.15</c:v>
                </c:pt>
                <c:pt idx="615">
                  <c:v>926.43</c:v>
                </c:pt>
                <c:pt idx="616">
                  <c:v>943.7</c:v>
                </c:pt>
                <c:pt idx="617">
                  <c:v>890.7</c:v>
                </c:pt>
                <c:pt idx="618">
                  <c:v>888.73</c:v>
                </c:pt>
                <c:pt idx="619">
                  <c:v>875.87</c:v>
                </c:pt>
                <c:pt idx="620">
                  <c:v>817.55</c:v>
                </c:pt>
                <c:pt idx="621">
                  <c:v>791.65</c:v>
                </c:pt>
                <c:pt idx="622">
                  <c:v>778.1</c:v>
                </c:pt>
                <c:pt idx="623">
                  <c:v>806.55</c:v>
                </c:pt>
                <c:pt idx="624">
                  <c:v>800.86</c:v>
                </c:pt>
                <c:pt idx="625">
                  <c:v>830.56</c:v>
                </c:pt>
                <c:pt idx="626">
                  <c:v>851.12</c:v>
                </c:pt>
                <c:pt idx="627">
                  <c:v>858.11</c:v>
                </c:pt>
                <c:pt idx="628">
                  <c:v>868.66</c:v>
                </c:pt>
                <c:pt idx="629">
                  <c:v>883.74</c:v>
                </c:pt>
                <c:pt idx="630">
                  <c:v>872.66</c:v>
                </c:pt>
                <c:pt idx="631">
                  <c:v>888.51</c:v>
                </c:pt>
                <c:pt idx="632">
                  <c:v>912.46</c:v>
                </c:pt>
                <c:pt idx="633">
                  <c:v>923.45</c:v>
                </c:pt>
                <c:pt idx="634">
                  <c:v>907.54</c:v>
                </c:pt>
                <c:pt idx="635">
                  <c:v>865.43</c:v>
                </c:pt>
                <c:pt idx="636">
                  <c:v>887.2</c:v>
                </c:pt>
                <c:pt idx="637">
                  <c:v>884.77</c:v>
                </c:pt>
                <c:pt idx="638">
                  <c:v>847.2</c:v>
                </c:pt>
                <c:pt idx="639">
                  <c:v>834.76</c:v>
                </c:pt>
                <c:pt idx="640">
                  <c:v>893.37</c:v>
                </c:pt>
                <c:pt idx="641">
                  <c:v>905.22</c:v>
                </c:pt>
                <c:pt idx="642">
                  <c:v>906.82</c:v>
                </c:pt>
                <c:pt idx="643">
                  <c:v>905.32</c:v>
                </c:pt>
                <c:pt idx="644">
                  <c:v>883.72</c:v>
                </c:pt>
                <c:pt idx="645">
                  <c:v>922.8</c:v>
                </c:pt>
                <c:pt idx="646">
                  <c:v>955.47</c:v>
                </c:pt>
                <c:pt idx="647">
                  <c:v>964.12</c:v>
                </c:pt>
                <c:pt idx="648">
                  <c:v>965.39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43-4386-A30E-E80475EB7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smooth val="0"/>
        <c:axId val="1811994303"/>
        <c:axId val="1812006303"/>
      </c:lineChart>
      <c:dateAx>
        <c:axId val="1811994303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006303"/>
        <c:crosses val="autoZero"/>
        <c:auto val="1"/>
        <c:lblOffset val="100"/>
        <c:baseTimeUnit val="months"/>
      </c:dateAx>
      <c:valAx>
        <c:axId val="1812006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199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8036659901369618"/>
          <c:y val="0.53387909209212159"/>
          <c:w val="0.1130526303607912"/>
          <c:h val="4.078705270182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EC1AA-DA2A-4FF0-9520-02A1BE30220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194CB-1270-4518-AF8A-A0EB4F37C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1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89A0-B613-3E71-A510-876BAAA1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6F4BC-27BA-15B2-9E90-D9A1B9B5F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28CFA-FCF6-E8A9-9B46-719DC7599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31ED2-3A3E-D502-8620-AE555C366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194CB-1270-4518-AF8A-A0EB4F37CC2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6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0F67-0F15-C9C7-C269-D7E5DE9BB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1701F-66DE-87D3-F23D-56883C3B9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EDB60-47F6-93EB-745C-ACBBDA7B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234C1-FCB6-074B-1AD3-D435B924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7D3F-713F-1AC8-47F9-EDC460148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78EC-7A09-3FB3-1A56-E33255A7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63624-E0BF-F4EB-17B7-A496C01E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48D92-24FE-3CC2-F069-59D7CD4A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2A701-E323-2139-A70E-978293C0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18771-7F7E-DF1E-6BEA-1E48CC5E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758A-17EB-A801-CD28-100994BE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AF51F-F162-0049-265A-256F7F93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70509-B2B4-C057-FB45-EBC882BC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AE217-12F6-4955-D06D-48BC2672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48E07-1D67-9712-DD80-AF38205C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21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667F-9EB6-EC5E-429A-7B44D4E2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E660-F8AA-D53E-51F7-0312836D1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5A316-2D72-5FED-C8B5-E56DBB894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039F8-3ED0-2BFE-E522-49A18ED2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07D3E-E08E-56E6-9699-1DFB00E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5C139-132A-EAB5-3C55-C8682A19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70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DDC3-CF74-F501-4D57-36B0960B7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78A67-5071-51B5-E919-4BE51E691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B4006-DE3B-7B0E-1BF6-232FE2951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A79E6-5FF4-C74B-7609-18295DD02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39CEC-A2E7-9872-8B17-62EC98B16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DD3B1D-AE33-9911-3ADA-EE86CD4D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33A9C-B5D4-1AAB-1D20-BF1DF32B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8684E6-2FE7-0854-E5DA-FB4100ED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7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E492-46C5-63AB-911D-B9D76900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DAFE6-08B3-195B-14E3-BBC6B990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AC5FA-378D-42CB-D7A2-68AB2217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114D6-92A1-5BB0-F35E-78DF7898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7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048F6-615A-AF8D-B64D-3B89D228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43142-C902-2C5C-09BD-B8DA24B7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D7FE3-EC37-CB07-504D-39DFB870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5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B116-0AFC-A153-35C3-654062B7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F092-F4BB-D35D-2A59-20B615B5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19C07-C627-02C3-A9D3-4404BD8D3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70B9E-F6D7-C904-9F0D-FCDAB2C8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78FA-FBB9-0A41-38CF-0F2FE09F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568D5-6EE2-91B2-F4AF-DBF6B0E3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9FF0-98E4-DF61-DB9E-7F24C1B3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71C9E-3DC7-50CF-D3A7-5FB15B25C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53124-5CF9-0367-905F-07C550663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458D3-3622-2A32-F537-D30BCD50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B4B0D-C59A-35B6-40C8-F7F877C7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91585-508C-5A43-5BA6-B47BA6F1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4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C7CA-BC99-409C-84DB-D7D7E494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A7C8B-5298-EB30-4BC4-2D431AD26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E1D04-0EE1-C49C-BFDE-97CA8D8F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F4CD-D7F5-4049-2DA5-F9D9FB9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A3309-F0C0-75E2-5B06-6C5F8F70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4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90BFF-CD01-9564-1525-274639F5D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1CAF-E70C-A51C-8566-CC7D7135D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C29E6-E3B6-4480-D5BC-990F468B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950B-D8CF-DBB2-882B-7B36EB8C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B06F-7393-CF99-1028-F3AABDA5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1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CC5EF-37E2-4DDA-83AE-641929B6E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BC6CB-7C54-5F18-1597-9A034BD57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59C7-1CEC-471D-6B98-344458DB4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F6241-6C15-4DB3-833E-1A45730F086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9B57-1AB4-933F-71DF-B80445DAC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E3D5A-A2E8-37C0-4948-3A4AFC020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E5719-5E90-427A-B885-317A4503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2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E72A-DD34-19CC-83D5-A22F1C0B8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</a:rPr>
              <a:t>Making Data Driven Decisions </a:t>
            </a:r>
          </a:p>
        </p:txBody>
      </p:sp>
    </p:spTree>
    <p:extLst>
      <p:ext uri="{BB962C8B-B14F-4D97-AF65-F5344CB8AC3E}">
        <p14:creationId xmlns:p14="http://schemas.microsoft.com/office/powerpoint/2010/main" val="3540805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F2CD-683D-C13A-22F4-44E411A3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Rules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3AA2-87BE-6CD6-D0FA-0C5ED490E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There is no greater investment then the investment we put into Orphans, Widows, and learning more about our Lord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you don’t have money for weekly Church contributions, you don’t have money to invest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data we discuss, is directly from the Federal Reserve Economic Data (FRED.org)</a:t>
            </a:r>
          </a:p>
          <a:p>
            <a:pPr marL="0" indent="0">
              <a:buNone/>
            </a:pPr>
            <a:r>
              <a:rPr lang="en-US" dirty="0"/>
              <a:t>4. This is not a math class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46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5975C-0E4B-A873-A499-4516323571C8}"/>
              </a:ext>
            </a:extLst>
          </p:cNvPr>
          <p:cNvSpPr txBox="1"/>
          <p:nvPr/>
        </p:nvSpPr>
        <p:spPr>
          <a:xfrm>
            <a:off x="1778000" y="2540001"/>
            <a:ext cx="7874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800" b="1"/>
              <a:t>An Inflation Pool 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20A02-D893-5A42-0C70-20DE782025EA}"/>
              </a:ext>
            </a:extLst>
          </p:cNvPr>
          <p:cNvSpPr txBox="1"/>
          <p:nvPr/>
        </p:nvSpPr>
        <p:spPr>
          <a:xfrm>
            <a:off x="1778000" y="4064001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400" dirty="0">
                <a:solidFill>
                  <a:srgbClr val="646464"/>
                </a:solidFill>
              </a:rPr>
              <a:t>Understanding Money Printing</a:t>
            </a:r>
          </a:p>
        </p:txBody>
      </p:sp>
    </p:spTree>
    <p:extLst>
      <p:ext uri="{BB962C8B-B14F-4D97-AF65-F5344CB8AC3E}">
        <p14:creationId xmlns:p14="http://schemas.microsoft.com/office/powerpoint/2010/main" val="3586916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669C3-5085-59B5-A917-F7B05802EA9D}"/>
              </a:ext>
            </a:extLst>
          </p:cNvPr>
          <p:cNvSpPr txBox="1"/>
          <p:nvPr/>
        </p:nvSpPr>
        <p:spPr>
          <a:xfrm>
            <a:off x="1778000" y="6350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 dirty="0"/>
              <a:t>An Empty Pool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981426-8614-B103-BD5E-70F63496B9C9}"/>
              </a:ext>
            </a:extLst>
          </p:cNvPr>
          <p:cNvSpPr/>
          <p:nvPr/>
        </p:nvSpPr>
        <p:spPr>
          <a:xfrm>
            <a:off x="3683000" y="2286000"/>
            <a:ext cx="4064000" cy="2540000"/>
          </a:xfrm>
          <a:prstGeom prst="rect">
            <a:avLst/>
          </a:prstGeom>
          <a:noFill/>
          <a:ln w="635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5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B67F32-7785-C02F-1D55-E633B6121008}"/>
              </a:ext>
            </a:extLst>
          </p:cNvPr>
          <p:cNvSpPr/>
          <p:nvPr/>
        </p:nvSpPr>
        <p:spPr>
          <a:xfrm>
            <a:off x="3683000" y="3556000"/>
            <a:ext cx="4064000" cy="1270000"/>
          </a:xfrm>
          <a:prstGeom prst="rect">
            <a:avLst/>
          </a:prstGeom>
          <a:solidFill>
            <a:srgbClr val="ADD8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2FC0D3-9BCE-B439-D30E-D5EFD2158908}"/>
              </a:ext>
            </a:extLst>
          </p:cNvPr>
          <p:cNvSpPr txBox="1"/>
          <p:nvPr/>
        </p:nvSpPr>
        <p:spPr>
          <a:xfrm>
            <a:off x="1778000" y="6350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 dirty="0"/>
              <a:t>If You Add Water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6F5303-F2F7-7560-6372-51C50B615F2A}"/>
              </a:ext>
            </a:extLst>
          </p:cNvPr>
          <p:cNvSpPr/>
          <p:nvPr/>
        </p:nvSpPr>
        <p:spPr>
          <a:xfrm>
            <a:off x="3683000" y="2286000"/>
            <a:ext cx="4064000" cy="2540000"/>
          </a:xfrm>
          <a:prstGeom prst="rect">
            <a:avLst/>
          </a:prstGeom>
          <a:noFill/>
          <a:ln w="635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2ECC0-1B10-59CE-B21C-2F80AA4ABC49}"/>
              </a:ext>
            </a:extLst>
          </p:cNvPr>
          <p:cNvCxnSpPr/>
          <p:nvPr/>
        </p:nvCxnSpPr>
        <p:spPr>
          <a:xfrm>
            <a:off x="3683000" y="3556000"/>
            <a:ext cx="4064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6DDCDA-9E10-5340-6353-806429B7CD0E}"/>
              </a:ext>
            </a:extLst>
          </p:cNvPr>
          <p:cNvCxnSpPr/>
          <p:nvPr/>
        </p:nvCxnSpPr>
        <p:spPr>
          <a:xfrm flipH="1">
            <a:off x="7874000" y="3556000"/>
            <a:ext cx="381000" cy="0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F9777A-D002-0AFF-1BC7-F6F19D2FF1F0}"/>
              </a:ext>
            </a:extLst>
          </p:cNvPr>
          <p:cNvSpPr txBox="1"/>
          <p:nvPr/>
        </p:nvSpPr>
        <p:spPr>
          <a:xfrm>
            <a:off x="8382000" y="3365500"/>
            <a:ext cx="127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Water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B48A7-FC6A-4C81-0D51-E6C75C600F2C}"/>
              </a:ext>
            </a:extLst>
          </p:cNvPr>
          <p:cNvSpPr txBox="1"/>
          <p:nvPr/>
        </p:nvSpPr>
        <p:spPr>
          <a:xfrm>
            <a:off x="1778000" y="53340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 dirty="0"/>
              <a:t>The water level rises </a:t>
            </a:r>
          </a:p>
        </p:txBody>
      </p:sp>
    </p:spTree>
    <p:extLst>
      <p:ext uri="{BB962C8B-B14F-4D97-AF65-F5344CB8AC3E}">
        <p14:creationId xmlns:p14="http://schemas.microsoft.com/office/powerpoint/2010/main" val="377974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3FFFC5-B60C-FF51-81D3-FD13D58B1401}"/>
              </a:ext>
            </a:extLst>
          </p:cNvPr>
          <p:cNvSpPr/>
          <p:nvPr/>
        </p:nvSpPr>
        <p:spPr>
          <a:xfrm>
            <a:off x="3683000" y="2921000"/>
            <a:ext cx="4064000" cy="1905000"/>
          </a:xfrm>
          <a:prstGeom prst="rect">
            <a:avLst/>
          </a:prstGeom>
          <a:solidFill>
            <a:srgbClr val="ADD8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D67E06-15F4-5118-39DF-C8ADF3724AD9}"/>
              </a:ext>
            </a:extLst>
          </p:cNvPr>
          <p:cNvSpPr txBox="1"/>
          <p:nvPr/>
        </p:nvSpPr>
        <p:spPr>
          <a:xfrm>
            <a:off x="1778000" y="6350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 dirty="0"/>
              <a:t>If You Add More Water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50E30-2154-10C4-AD7F-916DE52B7B26}"/>
              </a:ext>
            </a:extLst>
          </p:cNvPr>
          <p:cNvSpPr/>
          <p:nvPr/>
        </p:nvSpPr>
        <p:spPr>
          <a:xfrm>
            <a:off x="3683000" y="2286000"/>
            <a:ext cx="4064000" cy="2540000"/>
          </a:xfrm>
          <a:prstGeom prst="rect">
            <a:avLst/>
          </a:prstGeom>
          <a:noFill/>
          <a:ln w="635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6F1617-9F85-0C7D-D2F8-6B21442BEE88}"/>
              </a:ext>
            </a:extLst>
          </p:cNvPr>
          <p:cNvCxnSpPr/>
          <p:nvPr/>
        </p:nvCxnSpPr>
        <p:spPr>
          <a:xfrm>
            <a:off x="3683000" y="2921000"/>
            <a:ext cx="4064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A84E2C-EB6A-2D5F-736F-B0A5C5C1F8C0}"/>
              </a:ext>
            </a:extLst>
          </p:cNvPr>
          <p:cNvCxnSpPr/>
          <p:nvPr/>
        </p:nvCxnSpPr>
        <p:spPr>
          <a:xfrm>
            <a:off x="3683000" y="3556000"/>
            <a:ext cx="4064000" cy="0"/>
          </a:xfrm>
          <a:prstGeom prst="line">
            <a:avLst/>
          </a:prstGeom>
          <a:ln w="25400" cap="sq">
            <a:solidFill>
              <a:srgbClr val="80808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655C15-8C1C-FE2C-1D9E-0203F0B01764}"/>
              </a:ext>
            </a:extLst>
          </p:cNvPr>
          <p:cNvSpPr txBox="1"/>
          <p:nvPr/>
        </p:nvSpPr>
        <p:spPr>
          <a:xfrm>
            <a:off x="7874000" y="2730500"/>
            <a:ext cx="127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0000FF"/>
                </a:solidFill>
              </a:rPr>
              <a:t>NEW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3AB14-E95B-A6A7-C79A-3550BBBD644F}"/>
              </a:ext>
            </a:extLst>
          </p:cNvPr>
          <p:cNvSpPr txBox="1"/>
          <p:nvPr/>
        </p:nvSpPr>
        <p:spPr>
          <a:xfrm>
            <a:off x="7874000" y="3365500"/>
            <a:ext cx="1562608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</a:rPr>
              <a:t>Original 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196F3-0B28-E3C7-E003-62CBE02F68AD}"/>
              </a:ext>
            </a:extLst>
          </p:cNvPr>
          <p:cNvSpPr txBox="1"/>
          <p:nvPr/>
        </p:nvSpPr>
        <p:spPr>
          <a:xfrm>
            <a:off x="1778000" y="5505728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 dirty="0"/>
              <a:t>The water level rises again </a:t>
            </a:r>
          </a:p>
        </p:txBody>
      </p:sp>
    </p:spTree>
    <p:extLst>
      <p:ext uri="{BB962C8B-B14F-4D97-AF65-F5344CB8AC3E}">
        <p14:creationId xmlns:p14="http://schemas.microsoft.com/office/powerpoint/2010/main" val="189302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67746B-F62D-B529-9415-6140782C031B}"/>
              </a:ext>
            </a:extLst>
          </p:cNvPr>
          <p:cNvSpPr txBox="1"/>
          <p:nvPr/>
        </p:nvSpPr>
        <p:spPr>
          <a:xfrm>
            <a:off x="1778000" y="6350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>
                <a:solidFill>
                  <a:srgbClr val="FF0000"/>
                </a:solidFill>
              </a:rPr>
              <a:t>Key Point!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C462F-14F1-121C-4ED5-72FEEA80305D}"/>
              </a:ext>
            </a:extLst>
          </p:cNvPr>
          <p:cNvSpPr txBox="1"/>
          <p:nvPr/>
        </p:nvSpPr>
        <p:spPr>
          <a:xfrm>
            <a:off x="1778000" y="2286001"/>
            <a:ext cx="78740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200" b="1" dirty="0"/>
              <a:t>The pool remained the same size, </a:t>
            </a:r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So, when you added more water…..</a:t>
            </a:r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The water level increased</a:t>
            </a:r>
          </a:p>
        </p:txBody>
      </p:sp>
    </p:spTree>
    <p:extLst>
      <p:ext uri="{BB962C8B-B14F-4D97-AF65-F5344CB8AC3E}">
        <p14:creationId xmlns:p14="http://schemas.microsoft.com/office/powerpoint/2010/main" val="2635571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2DFDDB-EB70-3653-CE69-697335020E30}"/>
              </a:ext>
            </a:extLst>
          </p:cNvPr>
          <p:cNvSpPr txBox="1"/>
          <p:nvPr/>
        </p:nvSpPr>
        <p:spPr>
          <a:xfrm>
            <a:off x="1778000" y="635001"/>
            <a:ext cx="787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 dirty="0"/>
              <a:t>Now Think About Money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1BFFB-75C9-E17D-7799-E39B9686CD4F}"/>
              </a:ext>
            </a:extLst>
          </p:cNvPr>
          <p:cNvSpPr txBox="1"/>
          <p:nvPr/>
        </p:nvSpPr>
        <p:spPr>
          <a:xfrm>
            <a:off x="1778000" y="2540001"/>
            <a:ext cx="7874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dirty="0"/>
              <a:t>Add money to an economy: Prices rise</a:t>
            </a:r>
          </a:p>
          <a:p>
            <a:pPr algn="ctr"/>
            <a:br>
              <a:rPr lang="en-US" sz="2800" dirty="0"/>
            </a:br>
            <a:r>
              <a:rPr lang="en-US" sz="2800" dirty="0"/>
              <a:t>Add water to a pool:  Water level rises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Same idea!</a:t>
            </a:r>
          </a:p>
        </p:txBody>
      </p:sp>
    </p:spTree>
    <p:extLst>
      <p:ext uri="{BB962C8B-B14F-4D97-AF65-F5344CB8AC3E}">
        <p14:creationId xmlns:p14="http://schemas.microsoft.com/office/powerpoint/2010/main" val="3824688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0554DC-6D98-A38D-54B4-7BFCD38739E4}"/>
              </a:ext>
            </a:extLst>
          </p:cNvPr>
          <p:cNvSpPr txBox="1"/>
          <p:nvPr/>
        </p:nvSpPr>
        <p:spPr>
          <a:xfrm>
            <a:off x="1778000" y="6350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 dirty="0"/>
              <a:t>INFLATION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89778-77EF-1572-3B3C-4630CE4B8118}"/>
              </a:ext>
            </a:extLst>
          </p:cNvPr>
          <p:cNvSpPr/>
          <p:nvPr/>
        </p:nvSpPr>
        <p:spPr>
          <a:xfrm>
            <a:off x="2413000" y="1905000"/>
            <a:ext cx="6604000" cy="1524000"/>
          </a:xfrm>
          <a:prstGeom prst="rect">
            <a:avLst/>
          </a:prstGeom>
          <a:solidFill>
            <a:srgbClr val="FFFFE0"/>
          </a:solidFill>
          <a:ln w="38100"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3515E-AD80-CE6D-B4F0-CCDDC4083F35}"/>
              </a:ext>
            </a:extLst>
          </p:cNvPr>
          <p:cNvSpPr txBox="1"/>
          <p:nvPr/>
        </p:nvSpPr>
        <p:spPr>
          <a:xfrm>
            <a:off x="2540000" y="2159001"/>
            <a:ext cx="635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400" b="1" dirty="0"/>
              <a:t>Inflation = When prices go up</a:t>
            </a:r>
          </a:p>
          <a:p>
            <a:pPr algn="ctr"/>
            <a:r>
              <a:rPr lang="en-US" sz="2400" b="1" dirty="0"/>
              <a:t>because there's more money chasing</a:t>
            </a:r>
          </a:p>
          <a:p>
            <a:pPr algn="ctr"/>
            <a:r>
              <a:rPr lang="en-US" sz="2400" b="1" dirty="0"/>
              <a:t>the same amount of goods and </a:t>
            </a:r>
            <a:r>
              <a:rPr lang="en-US" sz="2400" b="1" dirty="0" err="1"/>
              <a:t>services’s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1895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C29F-D843-A7C4-E7A9-720182C9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A30BAC-F8AB-C5B1-9A77-CA663139D983}"/>
              </a:ext>
            </a:extLst>
          </p:cNvPr>
          <p:cNvSpPr txBox="1"/>
          <p:nvPr/>
        </p:nvSpPr>
        <p:spPr>
          <a:xfrm>
            <a:off x="1778000" y="635001"/>
            <a:ext cx="787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 dirty="0"/>
              <a:t>How does more money appear?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936B8-CF26-C40C-056E-DE0C165F523E}"/>
              </a:ext>
            </a:extLst>
          </p:cNvPr>
          <p:cNvSpPr txBox="1"/>
          <p:nvPr/>
        </p:nvSpPr>
        <p:spPr>
          <a:xfrm>
            <a:off x="1778000" y="2540000"/>
            <a:ext cx="7874000" cy="18158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dirty="0"/>
              <a:t>The Federal Reserve </a:t>
            </a:r>
            <a:r>
              <a:rPr lang="en-US" sz="2800" b="1" i="1" dirty="0"/>
              <a:t>prints</a:t>
            </a:r>
            <a:r>
              <a:rPr lang="en-US" sz="2800" dirty="0"/>
              <a:t> money every year.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Example: In 2020, the Federal Reserve printed $3 trillion</a:t>
            </a:r>
          </a:p>
        </p:txBody>
      </p:sp>
    </p:spTree>
    <p:extLst>
      <p:ext uri="{BB962C8B-B14F-4D97-AF65-F5344CB8AC3E}">
        <p14:creationId xmlns:p14="http://schemas.microsoft.com/office/powerpoint/2010/main" val="2480436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9AD514-741D-DD30-5BFD-EF45B6D8BF7A}"/>
              </a:ext>
            </a:extLst>
          </p:cNvPr>
          <p:cNvSpPr txBox="1"/>
          <p:nvPr/>
        </p:nvSpPr>
        <p:spPr>
          <a:xfrm>
            <a:off x="1219200" y="254000"/>
            <a:ext cx="9753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THE MATHEMATICS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0A1F6-1384-DFF6-14B2-0EFC777252FD}"/>
              </a:ext>
            </a:extLst>
          </p:cNvPr>
          <p:cNvSpPr txBox="1"/>
          <p:nvPr/>
        </p:nvSpPr>
        <p:spPr>
          <a:xfrm>
            <a:off x="345232" y="1441615"/>
            <a:ext cx="11501535" cy="3313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wrap="square" lIns="381000" rIns="381000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400" dirty="0"/>
              <a:t>1. Price Multiplier = Current Price / Historical Price = $6.815 / $5.087 = 1.339551... </a:t>
            </a:r>
            <a:r>
              <a:rPr lang="en-US" sz="1400" b="1" dirty="0"/>
              <a:t>≈ 1.34</a:t>
            </a:r>
          </a:p>
          <a:p>
            <a:pPr>
              <a:lnSpc>
                <a:spcPct val="250000"/>
              </a:lnSpc>
            </a:pPr>
            <a:r>
              <a:rPr lang="en-US" sz="1400" dirty="0"/>
              <a:t>2. Cumulative Inflation % = (Price Multiplier - 1) × 100 = (1.339551 - 1) × 100 = 0.339551 × 100 = </a:t>
            </a:r>
            <a:r>
              <a:rPr lang="en-US" sz="1400" b="1" dirty="0"/>
              <a:t>33.96%</a:t>
            </a:r>
          </a:p>
          <a:p>
            <a:pPr>
              <a:lnSpc>
                <a:spcPct val="250000"/>
              </a:lnSpc>
            </a:pPr>
            <a:r>
              <a:rPr lang="en-US" sz="1400" dirty="0"/>
              <a:t>3. Annual Avg Rate % = ((Current Price / Historical Price)^(1/Years) - 1) × 100 = ((1.339551)^(1/5) - 1) × 100 = (1.060164... - 1) × 100 = </a:t>
            </a:r>
            <a:r>
              <a:rPr lang="en-US" sz="1400" b="1" dirty="0"/>
              <a:t>6.02%</a:t>
            </a:r>
          </a:p>
          <a:p>
            <a:pPr>
              <a:lnSpc>
                <a:spcPct val="250000"/>
              </a:lnSpc>
            </a:pPr>
            <a:r>
              <a:rPr lang="en-US" sz="1400" dirty="0"/>
              <a:t>4. Purchasing Power Today ($) = Historical Amount / Price Multiplier = $10 / 1.339551 = $</a:t>
            </a:r>
            <a:r>
              <a:rPr lang="en-US" sz="1400" b="1" dirty="0"/>
              <a:t>7.47</a:t>
            </a:r>
          </a:p>
          <a:p>
            <a:pPr>
              <a:lnSpc>
                <a:spcPct val="250000"/>
              </a:lnSpc>
            </a:pPr>
            <a:r>
              <a:rPr lang="en-US" sz="1400" dirty="0"/>
              <a:t>5. Purchasing Power Erosion % = (1 - 1/Price Multiplier) × 100 = (1 - 1/1.339551) × 100 = (1 - 0.746506) × 100 = </a:t>
            </a:r>
            <a:r>
              <a:rPr lang="en-US" sz="1400" b="1" dirty="0"/>
              <a:t>25.35</a:t>
            </a:r>
            <a:r>
              <a:rPr lang="en-US" sz="1400" dirty="0"/>
              <a:t>%</a:t>
            </a:r>
          </a:p>
          <a:p>
            <a:pPr>
              <a:lnSpc>
                <a:spcPct val="250000"/>
              </a:lnSpc>
            </a:pPr>
            <a:r>
              <a:rPr lang="en-US" sz="1400" dirty="0"/>
              <a:t>6. Amount Needed Today = Historical Amount × Price Multiplier = $10 × 1.339551 = $</a:t>
            </a:r>
            <a:r>
              <a:rPr lang="en-US" sz="1400" b="1" dirty="0"/>
              <a:t>13.40</a:t>
            </a:r>
          </a:p>
        </p:txBody>
      </p:sp>
    </p:spTree>
    <p:extLst>
      <p:ext uri="{BB962C8B-B14F-4D97-AF65-F5344CB8AC3E}">
        <p14:creationId xmlns:p14="http://schemas.microsoft.com/office/powerpoint/2010/main" val="80529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1C44A-06BF-E9F7-E2F5-310B498C36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is inflation affecting your savings?</a:t>
            </a:r>
          </a:p>
        </p:txBody>
      </p:sp>
    </p:spTree>
    <p:extLst>
      <p:ext uri="{BB962C8B-B14F-4D97-AF65-F5344CB8AC3E}">
        <p14:creationId xmlns:p14="http://schemas.microsoft.com/office/powerpoint/2010/main" val="203899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B519C2-FF3B-B909-9443-130796060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523526"/>
              </p:ext>
            </p:extLst>
          </p:nvPr>
        </p:nvGraphicFramePr>
        <p:xfrm>
          <a:off x="838200" y="2852302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709584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01004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0706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Amount 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Value Today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Loss in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224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$4,021.84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-$978.16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985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$8,043.67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-$1,956.33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629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$20,109.18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-$4,890.82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69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$40,218.36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-$9,781.64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899660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0DB09146-1570-F675-42C3-D37A8C85C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6166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YEARS AGO (November 2020)</a:t>
            </a:r>
          </a:p>
        </p:txBody>
      </p:sp>
    </p:spTree>
    <p:extLst>
      <p:ext uri="{BB962C8B-B14F-4D97-AF65-F5344CB8AC3E}">
        <p14:creationId xmlns:p14="http://schemas.microsoft.com/office/powerpoint/2010/main" val="3418779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1AB2C-5C33-2397-3F59-02C6BC09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716A820-4969-023C-88C0-B75D6ADE8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BC63A9D-3884-7E9C-ED7B-54A037477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81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10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YEARS AGO (November 2015)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D9CB51-34DF-3414-6B54-530324356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68124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155032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519957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4352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Amount 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Value Today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Loss in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89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$3,668.93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-$1,331.07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88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$7,337.87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-$2,662.13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629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$18,344.67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-$6,655.33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87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$36,689.35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-$13,310.65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31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479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D8F1A-1C8D-2A89-F12C-66A8F910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A94808-90C1-B3E8-5B48-5F6F0BBA6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393338B-C2A9-2301-CE1C-16BD88611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81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20 YEARS AGO (November 2005)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691952-B3CB-BD5E-F506-A2721ADE2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42586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155032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519957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4352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89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88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629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87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31127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FE7FB8-B873-5C1A-C6C9-68ED65CDF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51134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794347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26625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1590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Amount 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Value Today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Loss in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842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$3,053.63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-$1,946.37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543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$6,107.26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-$3,892.74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923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$15,268.15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-$9,731.85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765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$30,536.30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-$19,463.70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147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881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FC672-58F4-9FA8-565C-E7055DB4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0E430A-0FCC-FAE9-5502-7B0E06829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0AF5BFA-7165-921E-B425-E9513DD99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81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30 YEARS AGO (November 1995)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F65B69-5DC1-07AE-39FF-55E3D6ADD1A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155032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519957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4352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89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88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629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87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31127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DA448B-9EAD-D1D6-EEA6-A02DA4425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68063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794347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26625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1590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Amount 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Value Today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Loss in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842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$2,369.22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-$2,630.78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543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$4,738.45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-$5,261.55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923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$11,846.11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-$13,153.89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765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$23,692.23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-$26,307.77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147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57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715A-5641-5A63-1F0D-A8E8C7DC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73BD-74C4-66B6-122D-B386111E97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is inflation affecting your salary?</a:t>
            </a:r>
          </a:p>
        </p:txBody>
      </p:sp>
    </p:spTree>
    <p:extLst>
      <p:ext uri="{BB962C8B-B14F-4D97-AF65-F5344CB8AC3E}">
        <p14:creationId xmlns:p14="http://schemas.microsoft.com/office/powerpoint/2010/main" val="820875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5BB50-5854-4528-286E-AA95D653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2D700A-5ACC-5072-CC86-B2E863770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7E223FA-BE73-1A05-F48E-CDA253ADF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81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5 YEARS AGO (November 2020)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0C4FEA-A023-2EFF-9945-F680A52FC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34823"/>
              </p:ext>
            </p:extLst>
          </p:nvPr>
        </p:nvGraphicFramePr>
        <p:xfrm>
          <a:off x="838200" y="3005273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339180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95066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79534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If No Raise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Needed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03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$40,218.36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$62,160.66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535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$52,283.87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$80,808.86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52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$64,349.38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$99,457.06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08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$80,436.73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$124,321.32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16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695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24244-00ED-8BF9-1F40-B925C106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31F44D-C4B5-2776-084D-A8DA8666C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2DBD9D1-D067-B05F-EB47-316277A24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81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10 YEARS AGO (November 2015)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6893E6-F499-E262-0494-EBBA47749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201138"/>
              </p:ext>
            </p:extLst>
          </p:nvPr>
        </p:nvGraphicFramePr>
        <p:xfrm>
          <a:off x="838200" y="3005273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339180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95066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79534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If No Raise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Needed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03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$36,689.35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$68,139.67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535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$47,696.15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$88,581.57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52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$58,702.95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$109,023.47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08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$73,378.69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$136,279.34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16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6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84AAF-DACA-4556-FA17-305DBAA2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173382-2C61-3268-83CD-89FF676D7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91A066A-EB02-9E76-1E42-3D00DCB35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81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20 YEARS AGO (November 2005)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C5BB88-27C6-1F13-149B-EAD027F16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70713"/>
              </p:ext>
            </p:extLst>
          </p:nvPr>
        </p:nvGraphicFramePr>
        <p:xfrm>
          <a:off x="838200" y="3005273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339180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95066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79534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If No Raise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Needed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03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$30,536.30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$81,869.76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535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$39,697.20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$106,430.69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52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$48,858.09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$130,991.62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08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$61,072.61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$163,739.53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16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762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2A3C2-C20C-82BD-74C5-24962BCB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3D7D82-29CB-A006-96A0-CD9944B07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F1D9A1-64CF-42CB-5494-C3B9252F8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710" y="1164541"/>
            <a:ext cx="581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30 YEARS AGO (November 1995)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F66145-52FC-E4B1-9DB1-C2833EAF3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43565"/>
              </p:ext>
            </p:extLst>
          </p:nvPr>
        </p:nvGraphicFramePr>
        <p:xfrm>
          <a:off x="838200" y="3005273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339180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95066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79534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Original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If No Raise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Needed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03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$23,692.23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$105,519.84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535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$30,799.89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$137,175.80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52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$37,907.56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$168,831.75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08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$47,384.45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$211,039.69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16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74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F24D-C8FF-ED89-C979-78105BD8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913795-DACB-2B10-B8CE-8359BBF4B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00074"/>
              </p:ext>
            </p:extLst>
          </p:nvPr>
        </p:nvGraphicFramePr>
        <p:xfrm>
          <a:off x="389768" y="2535943"/>
          <a:ext cx="11010127" cy="1508760"/>
        </p:xfrm>
        <a:graphic>
          <a:graphicData uri="http://schemas.openxmlformats.org/drawingml/2006/table">
            <a:tbl>
              <a:tblPr/>
              <a:tblGrid>
                <a:gridCol w="880810">
                  <a:extLst>
                    <a:ext uri="{9D8B030D-6E8A-4147-A177-3AD203B41FA5}">
                      <a16:colId xmlns:a16="http://schemas.microsoft.com/office/drawing/2014/main" val="3340700322"/>
                    </a:ext>
                  </a:extLst>
                </a:gridCol>
                <a:gridCol w="1277174">
                  <a:extLst>
                    <a:ext uri="{9D8B030D-6E8A-4147-A177-3AD203B41FA5}">
                      <a16:colId xmlns:a16="http://schemas.microsoft.com/office/drawing/2014/main" val="244610883"/>
                    </a:ext>
                  </a:extLst>
                </a:gridCol>
                <a:gridCol w="1012932">
                  <a:extLst>
                    <a:ext uri="{9D8B030D-6E8A-4147-A177-3AD203B41FA5}">
                      <a16:colId xmlns:a16="http://schemas.microsoft.com/office/drawing/2014/main" val="1526675099"/>
                    </a:ext>
                  </a:extLst>
                </a:gridCol>
                <a:gridCol w="1012932">
                  <a:extLst>
                    <a:ext uri="{9D8B030D-6E8A-4147-A177-3AD203B41FA5}">
                      <a16:colId xmlns:a16="http://schemas.microsoft.com/office/drawing/2014/main" val="780768088"/>
                    </a:ext>
                  </a:extLst>
                </a:gridCol>
                <a:gridCol w="1211114">
                  <a:extLst>
                    <a:ext uri="{9D8B030D-6E8A-4147-A177-3AD203B41FA5}">
                      <a16:colId xmlns:a16="http://schemas.microsoft.com/office/drawing/2014/main" val="1080148863"/>
                    </a:ext>
                  </a:extLst>
                </a:gridCol>
                <a:gridCol w="1167074">
                  <a:extLst>
                    <a:ext uri="{9D8B030D-6E8A-4147-A177-3AD203B41FA5}">
                      <a16:colId xmlns:a16="http://schemas.microsoft.com/office/drawing/2014/main" val="515381725"/>
                    </a:ext>
                  </a:extLst>
                </a:gridCol>
                <a:gridCol w="1012932">
                  <a:extLst>
                    <a:ext uri="{9D8B030D-6E8A-4147-A177-3AD203B41FA5}">
                      <a16:colId xmlns:a16="http://schemas.microsoft.com/office/drawing/2014/main" val="1326563599"/>
                    </a:ext>
                  </a:extLst>
                </a:gridCol>
                <a:gridCol w="1145053">
                  <a:extLst>
                    <a:ext uri="{9D8B030D-6E8A-4147-A177-3AD203B41FA5}">
                      <a16:colId xmlns:a16="http://schemas.microsoft.com/office/drawing/2014/main" val="2721704350"/>
                    </a:ext>
                  </a:extLst>
                </a:gridCol>
                <a:gridCol w="1145053">
                  <a:extLst>
                    <a:ext uri="{9D8B030D-6E8A-4147-A177-3AD203B41FA5}">
                      <a16:colId xmlns:a16="http://schemas.microsoft.com/office/drawing/2014/main" val="749115829"/>
                    </a:ext>
                  </a:extLst>
                </a:gridCol>
                <a:gridCol w="1145053">
                  <a:extLst>
                    <a:ext uri="{9D8B030D-6E8A-4147-A177-3AD203B41FA5}">
                      <a16:colId xmlns:a16="http://schemas.microsoft.com/office/drawing/2014/main" val="3113859540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Inflation will stop at some point, right?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248814"/>
                  </a:ext>
                </a:extLst>
              </a:tr>
              <a:tr h="12929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40749"/>
                  </a:ext>
                </a:extLst>
              </a:tr>
              <a:tr h="188061">
                <a:tc gridSpan="7"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94250"/>
                  </a:ext>
                </a:extLst>
              </a:tr>
              <a:tr h="12929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071806"/>
                  </a:ext>
                </a:extLst>
              </a:tr>
              <a:tr h="164554">
                <a:tc gridSpan="5"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301525"/>
                  </a:ext>
                </a:extLst>
              </a:tr>
              <a:tr h="12929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72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356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 descr="Chart type: Line. CPIAUCSL increases over time.&#10;&#10;Description automatically generated">
            <a:extLst>
              <a:ext uri="{FF2B5EF4-FFF2-40B4-BE49-F238E27FC236}">
                <a16:creationId xmlns:a16="http://schemas.microsoft.com/office/drawing/2014/main" id="{3E164C75-6982-9A1E-497C-10EECFF851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10683"/>
              </p:ext>
            </p:extLst>
          </p:nvPr>
        </p:nvGraphicFramePr>
        <p:xfrm>
          <a:off x="0" y="109728"/>
          <a:ext cx="12088368" cy="6620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5685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0F4522-7BEC-F6A2-11DB-2653D28ABFD2}"/>
              </a:ext>
            </a:extLst>
          </p:cNvPr>
          <p:cNvSpPr txBox="1"/>
          <p:nvPr/>
        </p:nvSpPr>
        <p:spPr>
          <a:xfrm>
            <a:off x="2390775" y="1351508"/>
            <a:ext cx="84391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Just as floods and winds test a house's foundation, inflation tests our finances—and when prices outpace paychecks, we discover we've been saving on sand instead of rock. (See Matthew 7:24-26)</a:t>
            </a:r>
          </a:p>
        </p:txBody>
      </p:sp>
    </p:spTree>
    <p:extLst>
      <p:ext uri="{BB962C8B-B14F-4D97-AF65-F5344CB8AC3E}">
        <p14:creationId xmlns:p14="http://schemas.microsoft.com/office/powerpoint/2010/main" val="1734258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58121-C800-D288-99F6-940897C719D0}"/>
              </a:ext>
            </a:extLst>
          </p:cNvPr>
          <p:cNvSpPr txBox="1"/>
          <p:nvPr/>
        </p:nvSpPr>
        <p:spPr>
          <a:xfrm>
            <a:off x="5346441" y="2286000"/>
            <a:ext cx="20900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So what can I do about all of this? </a:t>
            </a:r>
          </a:p>
        </p:txBody>
      </p:sp>
    </p:spTree>
    <p:extLst>
      <p:ext uri="{BB962C8B-B14F-4D97-AF65-F5344CB8AC3E}">
        <p14:creationId xmlns:p14="http://schemas.microsoft.com/office/powerpoint/2010/main" val="3477943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24181-25FC-D634-AFD9-668710F3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20A53-FC91-72F5-940D-BE9A0E96D0D2}"/>
              </a:ext>
            </a:extLst>
          </p:cNvPr>
          <p:cNvSpPr txBox="1"/>
          <p:nvPr/>
        </p:nvSpPr>
        <p:spPr>
          <a:xfrm>
            <a:off x="5346441" y="2286000"/>
            <a:ext cx="2090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Let's do what the rich people do!</a:t>
            </a:r>
          </a:p>
        </p:txBody>
      </p:sp>
    </p:spTree>
    <p:extLst>
      <p:ext uri="{BB962C8B-B14F-4D97-AF65-F5344CB8AC3E}">
        <p14:creationId xmlns:p14="http://schemas.microsoft.com/office/powerpoint/2010/main" val="3621576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3164FB-F80B-7191-76C6-C9EA560B1AB4}"/>
              </a:ext>
            </a:extLst>
          </p:cNvPr>
          <p:cNvSpPr txBox="1"/>
          <p:nvPr/>
        </p:nvSpPr>
        <p:spPr>
          <a:xfrm>
            <a:off x="5346441" y="2286000"/>
            <a:ext cx="2090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And invest!</a:t>
            </a:r>
          </a:p>
        </p:txBody>
      </p:sp>
    </p:spTree>
    <p:extLst>
      <p:ext uri="{BB962C8B-B14F-4D97-AF65-F5344CB8AC3E}">
        <p14:creationId xmlns:p14="http://schemas.microsoft.com/office/powerpoint/2010/main" val="521846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28335-E58F-5146-DED3-55937E833EAF}"/>
              </a:ext>
            </a:extLst>
          </p:cNvPr>
          <p:cNvSpPr txBox="1"/>
          <p:nvPr/>
        </p:nvSpPr>
        <p:spPr>
          <a:xfrm>
            <a:off x="2757794" y="1796617"/>
            <a:ext cx="78625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NASDAQ-100:</a:t>
            </a:r>
            <a:r>
              <a:rPr lang="en-US" sz="3600" b="0" i="0" dirty="0">
                <a:solidFill>
                  <a:srgbClr val="111111"/>
                </a:solidFill>
                <a:effectLst/>
                <a:latin typeface="SourceSansPro"/>
              </a:rPr>
              <a:t>The Nasdaq 100 Index represents the largest 100 nonfinancial companies. Known as QQQM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49783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658455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A8"/>
                </a:solidFill>
              </a:defRPr>
            </a:pPr>
            <a:r>
              <a:rPr sz="4800"/>
              <a:t>What is the Nasdaq-100?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828800"/>
            <a:ext cx="9753600" cy="293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67"/>
              </a:spcAft>
              <a:defRPr sz="2200">
                <a:solidFill>
                  <a:srgbClr val="333333"/>
                </a:solidFill>
              </a:defRPr>
            </a:pPr>
            <a:r>
              <a:rPr sz="2933"/>
              <a:t>• A stock market index of 100 large companies</a:t>
            </a:r>
          </a:p>
          <a:p>
            <a:pPr>
              <a:spcAft>
                <a:spcPts val="2667"/>
              </a:spcAft>
              <a:defRPr sz="2200">
                <a:solidFill>
                  <a:srgbClr val="333333"/>
                </a:solidFill>
              </a:defRPr>
            </a:pPr>
            <a:r>
              <a:rPr sz="2933"/>
              <a:t>• Listed on the Nasdaq stock exchange</a:t>
            </a:r>
          </a:p>
          <a:p>
            <a:pPr>
              <a:spcAft>
                <a:spcPts val="2667"/>
              </a:spcAft>
              <a:defRPr sz="2200">
                <a:solidFill>
                  <a:srgbClr val="333333"/>
                </a:solidFill>
              </a:defRPr>
            </a:pPr>
            <a:r>
              <a:rPr sz="2933"/>
              <a:t>• Includes tech giants like Apple, Microsoft, Amazon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rPr sz="2933"/>
              <a:t>• Represents about 40% of total US stock market value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887454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A8"/>
                </a:solidFill>
              </a:defRPr>
            </a:pPr>
            <a:r>
              <a:rPr sz="4800"/>
              <a:t>The Top 10 Companies You'll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1" y="1828800"/>
            <a:ext cx="2925801" cy="31704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1. Apple (AAPL)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2. Microsoft (MSFT)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3. NVIDIA (NVDA)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4. Amazon (AMZN)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5. Meta (META)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1" y="1828800"/>
            <a:ext cx="3097323" cy="31704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6. Alphabet (GOOGL)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7. Tesla (TSLA)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8. Broadcom (AVGO)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9. Costco (COST)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/>
              <a:t>10. Oracle (ORCL)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8858" y="5852160"/>
            <a:ext cx="4174284" cy="4205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0A1DE"/>
                </a:solidFill>
              </a:defRPr>
            </a:pPr>
            <a:r>
              <a:rPr sz="2133"/>
              <a:t>Plus 90 more innovative companies!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740831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A8"/>
                </a:solidFill>
              </a:defRPr>
            </a:pPr>
            <a:r>
              <a:rPr sz="4800" dirty="0"/>
              <a:t>How Do You Actually Buy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4107" y="2637453"/>
            <a:ext cx="6126677" cy="26752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67"/>
              </a:spcAft>
              <a:defRPr sz="2400" b="1">
                <a:solidFill>
                  <a:srgbClr val="333333"/>
                </a:solidFill>
              </a:defRPr>
            </a:pPr>
            <a:r>
              <a:rPr sz="3200" dirty="0"/>
              <a:t>Popular Nasdaq-100 ETF: QQQ</a:t>
            </a:r>
            <a:r>
              <a:rPr lang="en-US" sz="3200" dirty="0"/>
              <a:t>M</a:t>
            </a:r>
            <a:endParaRPr sz="3200" dirty="0"/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 dirty="0"/>
              <a:t>• Trades like a stock on the market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rPr sz="2667" dirty="0"/>
              <a:t>• Automatically owns all 100 companies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rPr sz="2667" dirty="0"/>
              <a:t>• Professional managers handle everything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806746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A8"/>
                </a:solidFill>
              </a:defRPr>
            </a:pPr>
            <a:r>
              <a:rPr sz="4800"/>
              <a:t>What Your $100 Actually Owns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1" y="1463041"/>
            <a:ext cx="8129148" cy="5436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rPr sz="2933"/>
              <a:t>Your money is automatically split across companies: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1" y="2438401"/>
            <a:ext cx="6186309" cy="2965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onsolas"/>
              </a:defRPr>
            </a:pPr>
            <a:r>
              <a:rPr sz="2667"/>
              <a:t>Apple:                    $8.50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onsolas"/>
              </a:defRPr>
            </a:pPr>
            <a:r>
              <a:rPr sz="2667"/>
              <a:t>Microsoft:                $7.80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onsolas"/>
              </a:defRPr>
            </a:pPr>
            <a:r>
              <a:rPr sz="2667"/>
              <a:t>NVIDIA:                   $7.20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onsolas"/>
              </a:defRPr>
            </a:pPr>
            <a:r>
              <a:rPr sz="2667"/>
              <a:t>Amazon:                   $5.40</a:t>
            </a:r>
          </a:p>
          <a:p>
            <a:pPr>
              <a:spcAft>
                <a:spcPts val="1600"/>
              </a:spcAft>
              <a:defRPr sz="2000" b="1">
                <a:solidFill>
                  <a:srgbClr val="00A1DE"/>
                </a:solidFill>
                <a:latin typeface="Consolas"/>
              </a:defRPr>
            </a:pPr>
            <a:r>
              <a:rPr sz="2667"/>
              <a:t>Other 96 companies:       $71.10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5486401"/>
            <a:ext cx="2416046" cy="5436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C851"/>
                </a:solidFill>
              </a:defRPr>
            </a:pPr>
            <a:r>
              <a:rPr sz="2933"/>
              <a:t>Total: $100.00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3CB911-694A-FED6-75DD-910A23178B8C}"/>
              </a:ext>
            </a:extLst>
          </p:cNvPr>
          <p:cNvSpPr txBox="1"/>
          <p:nvPr/>
        </p:nvSpPr>
        <p:spPr>
          <a:xfrm>
            <a:off x="2790447" y="3105834"/>
            <a:ext cx="65772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are the results of investing? </a:t>
            </a:r>
            <a:br>
              <a:rPr lang="en-US" sz="3600" dirty="0"/>
            </a:br>
            <a:r>
              <a:rPr lang="en-US" sz="3600" dirty="0"/>
              <a:t>		(Lump Sum) </a:t>
            </a:r>
          </a:p>
        </p:txBody>
      </p:sp>
    </p:spTree>
    <p:extLst>
      <p:ext uri="{BB962C8B-B14F-4D97-AF65-F5344CB8AC3E}">
        <p14:creationId xmlns:p14="http://schemas.microsoft.com/office/powerpoint/2010/main" val="3681699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0AE96-5479-A483-39AA-3859A63E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0C68C1-BA6D-205E-05CD-AECB0E21C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EB13C0-ACBA-3D27-B4AD-EE7C1420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016765"/>
              </p:ext>
            </p:extLst>
          </p:nvPr>
        </p:nvGraphicFramePr>
        <p:xfrm>
          <a:off x="529492" y="3105367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159914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73892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8447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Initial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76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$4,021.84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$10,362.70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5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$8,043.67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$20,725.40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543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$20,109.18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$51,813.51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07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$40,218.36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$103,627.01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5510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B8B4530D-9338-941F-E4A2-68CCCA4AD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28" y="1046532"/>
            <a:ext cx="769992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Years Ago (Nov 2020 -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268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EE7D2-C649-A888-C96B-2A5E4A65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CC928C-9805-4AF4-4FC8-4706C16A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40AB48-106E-B354-DEDA-ECBE8B469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2908"/>
              </p:ext>
            </p:extLst>
          </p:nvPr>
        </p:nvGraphicFramePr>
        <p:xfrm>
          <a:off x="529492" y="3105367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159914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73892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8447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Initial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76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$3,668.93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$26,618.43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5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$7,337.87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$53,236.85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543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$18,344.67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$133,092.13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07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$36,689.35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$266,184.25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5510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05585D4-CCDA-6EE8-3D1B-4ADB70A0F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28" y="1046532"/>
            <a:ext cx="79564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dirty="0">
                <a:latin typeface="Arial" panose="020B0604020202020204" pitchFamily="34" charset="0"/>
              </a:rPr>
              <a:t>10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Years Ago (Nov 2015 -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352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AB11D-6C10-B461-162C-35C7DA68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B6DA76-77BA-CE5F-D9C9-C80CF7328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B817B5-98C5-E2F1-93B6-80EF44CFF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57017"/>
              </p:ext>
            </p:extLst>
          </p:nvPr>
        </p:nvGraphicFramePr>
        <p:xfrm>
          <a:off x="529492" y="3105367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159914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73892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8447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Initial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76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$3,053.63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$76,905.02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5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$6,107.26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$153,810.05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543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$15,268.15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$384,525.12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07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$30,536.30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$769,050.25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5510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26EE92F1-5209-F9EA-6FE7-9EC833EBB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28" y="1046532"/>
            <a:ext cx="79564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 Years Ago (Nov 2005 -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267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B2BB7-9AD3-838A-B0EA-7D6F687D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3B35A7-114C-D53B-8D6C-55BABD1A5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565F7D-E8A0-EF18-F74D-1478E2ED3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690216"/>
              </p:ext>
            </p:extLst>
          </p:nvPr>
        </p:nvGraphicFramePr>
        <p:xfrm>
          <a:off x="529492" y="3105367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159914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73892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8447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Initial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76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$2,369.22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$210,152.21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5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$4,738.45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$420,304.41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543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$11,846.11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$1,050,761.03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07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$23,692.23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$2,101,522.06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5510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02E5F6D7-9724-BCA1-C969-9E1D802F9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28" y="1046532"/>
            <a:ext cx="79564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dirty="0">
                <a:latin typeface="Arial" panose="020B0604020202020204" pitchFamily="34" charset="0"/>
              </a:rPr>
              <a:t>3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Years Ago (Nov </a:t>
            </a:r>
            <a:r>
              <a:rPr lang="en-US" altLang="en-US" sz="3600" b="1" dirty="0">
                <a:latin typeface="Arial" panose="020B0604020202020204" pitchFamily="34" charset="0"/>
              </a:rPr>
              <a:t>1995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718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4D3DDB-DF5F-D885-A496-634E20061FC0}"/>
              </a:ext>
            </a:extLst>
          </p:cNvPr>
          <p:cNvSpPr txBox="1"/>
          <p:nvPr/>
        </p:nvSpPr>
        <p:spPr>
          <a:xfrm>
            <a:off x="4067175" y="2057400"/>
            <a:ext cx="4905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But what if you do not have a large amount of money to invest but instead, you have small amounts of money monthly?</a:t>
            </a:r>
          </a:p>
        </p:txBody>
      </p:sp>
    </p:spTree>
    <p:extLst>
      <p:ext uri="{BB962C8B-B14F-4D97-AF65-F5344CB8AC3E}">
        <p14:creationId xmlns:p14="http://schemas.microsoft.com/office/powerpoint/2010/main" val="14317368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3EC80-BD66-5C78-34CC-F16F195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C88F11-9463-A514-632F-D166611EB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314CD-44E1-085E-96B3-97CA94D78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15850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428652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2449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76807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90277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Monthly 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Total Invested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449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$5,525.21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$9,818.05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3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$15,000.00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$13,813.02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$24,545.11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829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$27,626.04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$49,090.23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433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$55,252.09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$98,180.45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9758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B8E310C-EC65-A83E-1E4D-F89A2297F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036" y="620117"/>
            <a:ext cx="769992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 Years Ago (Nov 2020 -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182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30389-91EA-40A6-99A6-84DA3690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C674EF-F2EC-CA74-B8B9-CB884CF4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BB4555-EAB3-4DCA-D2F7-3E8BF412B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714317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428652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2449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76807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90277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Monthly 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Total Invested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449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$12,000.00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$10,137.76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$33,723.54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3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$25,344.39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$84,308.86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829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$50,688.79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$168,617.72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433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$120,000.00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$101,377.58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$337,235.44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9758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6B3CCB7-C257-12DF-F009-881D2062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036" y="620117"/>
            <a:ext cx="79564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latin typeface="Arial" panose="020B0604020202020204" pitchFamily="34" charset="0"/>
              </a:rPr>
              <a:t>10 Years Ago (Nov 2015 -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921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BC6C4-DA78-0EF1-D887-05641476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36BDA6-A894-0DB4-3D3B-A030A86C6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C72EDC-B63A-2E04-007E-5B8B73344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187275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428652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2449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76807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90277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Monthly 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Total Invested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449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$24,000.00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$18,318.63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$173,409.41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3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$45,796.57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$433,523.53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829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$120,000.00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$91,593.14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$867,047.06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433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$240,000.00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$183,186.28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$1,734,094.12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9758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3675778-CF2E-DD02-4A57-7FE285002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036" y="620117"/>
            <a:ext cx="79564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latin typeface="Arial" panose="020B0604020202020204" pitchFamily="34" charset="0"/>
              </a:rPr>
              <a:t>20 Years Ago (Nov 2005 -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9871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E7866-D21A-A233-1EDE-1C8486A0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F26EE-A118-36A9-C207-20D340FA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3A3155-3E88-A4A1-E4D9-3EDE8F1D7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645256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428652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2449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76807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90277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Monthly 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Total Invested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Cash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449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$36,000.00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$24,744.17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$410,735.40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3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$90,000.00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$61,860.42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$1,026,838.50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829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$180,000.00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$123,720.84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$2,053,677.00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433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$360,000.00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$247,441.69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$4,107,354.00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9758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1C0F720-1BD4-E390-E765-4F314D4B4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036" y="620117"/>
            <a:ext cx="79564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latin typeface="Arial" panose="020B0604020202020204" pitchFamily="34" charset="0"/>
              </a:rPr>
              <a:t>30 Years Ago (Nov 1995 - Nov 2025)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616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AF24-B947-3096-DCF7-26029C33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do you invest?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508213-634F-DAC2-2EEC-BE77F91F5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9601" y="2472318"/>
            <a:ext cx="5172797" cy="30579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8D8E3AC-4539-1775-F78C-1CCFF22C2B61}"/>
              </a:ext>
            </a:extLst>
          </p:cNvPr>
          <p:cNvSpPr txBox="1">
            <a:spLocks/>
          </p:cNvSpPr>
          <p:nvPr/>
        </p:nvSpPr>
        <p:spPr>
          <a:xfrm>
            <a:off x="932848" y="12586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 use Fidelity </a:t>
            </a:r>
          </a:p>
        </p:txBody>
      </p:sp>
    </p:spTree>
    <p:extLst>
      <p:ext uri="{BB962C8B-B14F-4D97-AF65-F5344CB8AC3E}">
        <p14:creationId xmlns:p14="http://schemas.microsoft.com/office/powerpoint/2010/main" val="9913960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435D-4283-AF36-BDB0-82D385AB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Info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475907-B4F2-C950-C790-B9F924421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9569" y="1825625"/>
            <a:ext cx="78728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046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C582EE-B19E-22D7-C39D-92A1B85D8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21077"/>
            <a:ext cx="10515600" cy="276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559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3EFBEE-987B-B8CA-50D2-24DEC09F7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9970"/>
            <a:ext cx="10515600" cy="354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319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53614-6231-A349-D94E-0CF50D078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839" y="1825625"/>
            <a:ext cx="10472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517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21C814-C4FF-0290-B79E-087663EDA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257" y="2177002"/>
            <a:ext cx="8135485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851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7B9A-9C71-0456-66FB-2A0AE96C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QQQM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4A3549-CEEE-2A7E-1917-0F494F101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3871" y="2157423"/>
            <a:ext cx="6287377" cy="302937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BC580CD-CC24-DA79-84E5-8227C04FE751}"/>
              </a:ext>
            </a:extLst>
          </p:cNvPr>
          <p:cNvSpPr txBox="1">
            <a:spLocks/>
          </p:cNvSpPr>
          <p:nvPr/>
        </p:nvSpPr>
        <p:spPr>
          <a:xfrm>
            <a:off x="1854708" y="5831968"/>
            <a:ext cx="8482584" cy="66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Then Click Buy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8BFB7E-A2BB-3BF6-7601-A84BB45E52AC}"/>
              </a:ext>
            </a:extLst>
          </p:cNvPr>
          <p:cNvCxnSpPr/>
          <p:nvPr/>
        </p:nvCxnSpPr>
        <p:spPr>
          <a:xfrm>
            <a:off x="2954956" y="2877954"/>
            <a:ext cx="1155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72410E-C47C-7599-AB79-9CDCADC32411}"/>
              </a:ext>
            </a:extLst>
          </p:cNvPr>
          <p:cNvCxnSpPr/>
          <p:nvPr/>
        </p:nvCxnSpPr>
        <p:spPr>
          <a:xfrm>
            <a:off x="2954956" y="4859154"/>
            <a:ext cx="1155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537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BA37B4-1AD9-8A70-9402-C2336B79D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2241" y="683641"/>
            <a:ext cx="3127518" cy="587833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0EE615-98F2-F46F-67A1-F7BD7932FCA7}"/>
              </a:ext>
            </a:extLst>
          </p:cNvPr>
          <p:cNvCxnSpPr/>
          <p:nvPr/>
        </p:nvCxnSpPr>
        <p:spPr>
          <a:xfrm flipH="1">
            <a:off x="7723767" y="4706272"/>
            <a:ext cx="17902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855F2E-79B0-CAA3-0E8B-401E0A36D896}"/>
              </a:ext>
            </a:extLst>
          </p:cNvPr>
          <p:cNvCxnSpPr/>
          <p:nvPr/>
        </p:nvCxnSpPr>
        <p:spPr>
          <a:xfrm flipH="1">
            <a:off x="7723767" y="4290782"/>
            <a:ext cx="17902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556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404C31-F7DD-24D9-8392-0B96A5313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5076" y="2715239"/>
            <a:ext cx="3381847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738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4D1EC3-1A4A-7699-9C71-911FFA318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8704" y="543494"/>
            <a:ext cx="3114591" cy="597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568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027217-E83A-A2CD-965D-646D6A89861C}"/>
              </a:ext>
            </a:extLst>
          </p:cNvPr>
          <p:cNvSpPr txBox="1"/>
          <p:nvPr/>
        </p:nvSpPr>
        <p:spPr>
          <a:xfrm>
            <a:off x="1536192" y="2782669"/>
            <a:ext cx="8949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Excuses for why people </a:t>
            </a: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do not invest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7401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B30D4-2E8B-34A5-62CB-7F40523A2540}"/>
              </a:ext>
            </a:extLst>
          </p:cNvPr>
          <p:cNvSpPr txBox="1"/>
          <p:nvPr/>
        </p:nvSpPr>
        <p:spPr>
          <a:xfrm>
            <a:off x="1621154" y="2228671"/>
            <a:ext cx="964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Ohhhhhhh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 </a:t>
            </a: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I do not understand how the stock market works!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7228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D7FE-F016-743F-F845-6DB0EC90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8D85B6-1968-3D18-A7DA-9B987D024FB8}"/>
              </a:ext>
            </a:extLst>
          </p:cNvPr>
          <p:cNvSpPr txBox="1"/>
          <p:nvPr/>
        </p:nvSpPr>
        <p:spPr>
          <a:xfrm>
            <a:off x="1273873" y="1166842"/>
            <a:ext cx="964425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Did you ask to understand how a cell phone worked before buying it?</a:t>
            </a:r>
            <a:br>
              <a:rPr lang="en-US" sz="3600" dirty="0">
                <a:solidFill>
                  <a:prstClr val="black"/>
                </a:solidFill>
                <a:latin typeface="Aptos" panose="02110004020202020204"/>
              </a:rPr>
            </a:br>
            <a:br>
              <a:rPr lang="en-US" sz="3600" dirty="0">
                <a:solidFill>
                  <a:prstClr val="black"/>
                </a:solidFill>
                <a:latin typeface="Aptos" panose="02110004020202020204"/>
              </a:rPr>
            </a:b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Did you ask to understand how a vehicles combustible engine worked before buying it?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defRPr/>
            </a:pPr>
            <a:r>
              <a:rPr lang="en-US" sz="3600" dirty="0">
                <a:solidFill>
                  <a:prstClr val="black"/>
                </a:solidFill>
              </a:rPr>
              <a:t>Please tell me your thoughts regarding drag coefficients on an airplane wing each time you fly.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1489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166B3-86F9-824B-23FD-924BD0EAC5E3}"/>
              </a:ext>
            </a:extLst>
          </p:cNvPr>
          <p:cNvSpPr txBox="1"/>
          <p:nvPr/>
        </p:nvSpPr>
        <p:spPr>
          <a:xfrm>
            <a:off x="1621154" y="2228671"/>
            <a:ext cx="964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Ohhhhhhh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 </a:t>
            </a: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the stock market might drop to zero!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0723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C64A355-BECB-E84A-FD72-3C7661745D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9789959"/>
              </p:ext>
            </p:extLst>
          </p:nvPr>
        </p:nvGraphicFramePr>
        <p:xfrm>
          <a:off x="221381" y="115502"/>
          <a:ext cx="11579191" cy="6636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383698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9C4A94-BFBA-9258-CBB6-0899B9E66D47}"/>
              </a:ext>
            </a:extLst>
          </p:cNvPr>
          <p:cNvSpPr txBox="1"/>
          <p:nvPr/>
        </p:nvSpPr>
        <p:spPr>
          <a:xfrm>
            <a:off x="189672" y="1244001"/>
            <a:ext cx="5755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"US stock markets take a major fall as Dow reaches lowest level since August"</a:t>
            </a:r>
            <a:r>
              <a:rPr lang="en-US" dirty="0"/>
              <a:t> Source: The Guardian January 15, 2016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CD883-AFC2-28E6-FA13-7692739BCB2B}"/>
              </a:ext>
            </a:extLst>
          </p:cNvPr>
          <p:cNvSpPr txBox="1"/>
          <p:nvPr/>
        </p:nvSpPr>
        <p:spPr>
          <a:xfrm>
            <a:off x="189672" y="2054241"/>
            <a:ext cx="5812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"Analyst: Here Comes the Biggest Stock Market Crash in a Generation"</a:t>
            </a:r>
            <a:r>
              <a:rPr lang="en-US" dirty="0"/>
              <a:t> Source: Fortune January 13, 2016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95D26-B8CF-FED0-5BF4-C6C5548C45C7}"/>
              </a:ext>
            </a:extLst>
          </p:cNvPr>
          <p:cNvSpPr txBox="1"/>
          <p:nvPr/>
        </p:nvSpPr>
        <p:spPr>
          <a:xfrm>
            <a:off x="189672" y="2863375"/>
            <a:ext cx="5812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"2018 was </a:t>
            </a:r>
            <a:r>
              <a:rPr lang="en-US" b="1" dirty="0" err="1"/>
              <a:t>was</a:t>
            </a:r>
            <a:r>
              <a:rPr lang="en-US" b="1" dirty="0"/>
              <a:t> the worst for stocks in 10 years"</a:t>
            </a:r>
            <a:r>
              <a:rPr lang="en-US" dirty="0"/>
              <a:t> Source: CNN Business, December 31, 2018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56F87-A99B-9CB1-8653-6BC90F77B1C0}"/>
              </a:ext>
            </a:extLst>
          </p:cNvPr>
          <p:cNvSpPr txBox="1"/>
          <p:nvPr/>
        </p:nvSpPr>
        <p:spPr>
          <a:xfrm>
            <a:off x="189672" y="3671403"/>
            <a:ext cx="5812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"6 factors that fueled the stock market dive in 2018"</a:t>
            </a:r>
            <a:r>
              <a:rPr lang="en-US" dirty="0"/>
              <a:t> Source: PBS News, 2018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7A9EB-2E86-6920-87C3-C2C9CC786CED}"/>
              </a:ext>
            </a:extLst>
          </p:cNvPr>
          <p:cNvSpPr txBox="1"/>
          <p:nvPr/>
        </p:nvSpPr>
        <p:spPr>
          <a:xfrm>
            <a:off x="189672" y="4479431"/>
            <a:ext cx="5812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“Stock Markets, Jolted by Economic Worry, Suffer 2nd Worst Drop of 2019"</a:t>
            </a:r>
            <a:r>
              <a:rPr lang="en-US" dirty="0"/>
              <a:t> Source: The New York Times, August 14, 2019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EC70D-CE6C-E70C-9B63-DA7F5202F499}"/>
              </a:ext>
            </a:extLst>
          </p:cNvPr>
          <p:cNvSpPr txBox="1"/>
          <p:nvPr/>
        </p:nvSpPr>
        <p:spPr>
          <a:xfrm>
            <a:off x="189672" y="5564458"/>
            <a:ext cx="5812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"Dow plummets 1,191 points, worst drop since 2008 financial crisis"</a:t>
            </a:r>
            <a:r>
              <a:rPr lang="en-US" dirty="0"/>
              <a:t> Source: CNN, February 27, 2020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7F3BF-2FA0-8337-6F3D-30C7138934B2}"/>
              </a:ext>
            </a:extLst>
          </p:cNvPr>
          <p:cNvSpPr txBox="1"/>
          <p:nvPr/>
        </p:nvSpPr>
        <p:spPr>
          <a:xfrm>
            <a:off x="189672" y="435973"/>
            <a:ext cx="5755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"Dow dives 588 points at close, after historic 1,000-point plunge"</a:t>
            </a:r>
            <a:r>
              <a:rPr lang="en-US" dirty="0"/>
              <a:t> Source: CNN Money, August 24, 2015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EE7C38-0AE5-E5D0-B2A9-C68D71D5528B}"/>
              </a:ext>
            </a:extLst>
          </p:cNvPr>
          <p:cNvSpPr txBox="1"/>
          <p:nvPr/>
        </p:nvSpPr>
        <p:spPr>
          <a:xfrm>
            <a:off x="6287740" y="440505"/>
            <a:ext cx="5488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"Here's Why You Should Expect a 20% Stock Market Crash in 2021"</a:t>
            </a:r>
            <a:r>
              <a:rPr lang="en-US" dirty="0"/>
              <a:t> Source: Nasdaq, February 6, 2021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20BEE-E616-38CA-E85D-226C6357F8EE}"/>
              </a:ext>
            </a:extLst>
          </p:cNvPr>
          <p:cNvSpPr txBox="1"/>
          <p:nvPr/>
        </p:nvSpPr>
        <p:spPr>
          <a:xfrm>
            <a:off x="6287740" y="1111950"/>
            <a:ext cx="5362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"Analysis: The 2021 stock market looks an awful lot like 2000. That's bad news for Big Tech"</a:t>
            </a:r>
            <a:r>
              <a:rPr lang="en-US" dirty="0"/>
              <a:t> Source: CNN Business, March 9, 2021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AED622-152B-A78E-43F0-671AD364C1C9}"/>
              </a:ext>
            </a:extLst>
          </p:cNvPr>
          <p:cNvSpPr txBox="1"/>
          <p:nvPr/>
        </p:nvSpPr>
        <p:spPr>
          <a:xfrm>
            <a:off x="6287740" y="2060393"/>
            <a:ext cx="5362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"Is The Stock Market Going To Crash?"</a:t>
            </a:r>
            <a:r>
              <a:rPr lang="en-US" dirty="0"/>
              <a:t> Source: Forbes, May 7, 2021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18A2BA-5732-0649-80F1-3DD2C2E3F3CD}"/>
              </a:ext>
            </a:extLst>
          </p:cNvPr>
          <p:cNvSpPr txBox="1"/>
          <p:nvPr/>
        </p:nvSpPr>
        <p:spPr>
          <a:xfrm>
            <a:off x="6287740" y="2863375"/>
            <a:ext cx="5436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"Bear market confirmed as U.S. stocks' 2022 descent deepens"</a:t>
            </a:r>
            <a:r>
              <a:rPr lang="en-US" dirty="0"/>
              <a:t> Source: Reuters, June 13, 2022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32E5A3-887F-BB4A-B086-5130D276940E}"/>
              </a:ext>
            </a:extLst>
          </p:cNvPr>
          <p:cNvSpPr txBox="1"/>
          <p:nvPr/>
        </p:nvSpPr>
        <p:spPr>
          <a:xfrm>
            <a:off x="6287740" y="3666357"/>
            <a:ext cx="556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"Global markets sink after sharp selloff in US bank stocks"</a:t>
            </a:r>
            <a:r>
              <a:rPr lang="en-US" dirty="0"/>
              <a:t> Source: CNN Business, March 10, 2023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00EBC0-DE83-A3C9-523C-22E0F5CAD661}"/>
              </a:ext>
            </a:extLst>
          </p:cNvPr>
          <p:cNvSpPr txBox="1"/>
          <p:nvPr/>
        </p:nvSpPr>
        <p:spPr>
          <a:xfrm>
            <a:off x="6287740" y="4479431"/>
            <a:ext cx="5501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"U.S. Stock Market Sees Biggest Daily Drop in Nearly 2 Years"</a:t>
            </a:r>
            <a:r>
              <a:rPr lang="en-US" dirty="0"/>
              <a:t> Source: The New York Times, August 5, 2024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4BC71F-F14F-F5C4-8543-0935E3E903C2}"/>
              </a:ext>
            </a:extLst>
          </p:cNvPr>
          <p:cNvSpPr txBox="1"/>
          <p:nvPr/>
        </p:nvSpPr>
        <p:spPr>
          <a:xfrm>
            <a:off x="6287740" y="5562940"/>
            <a:ext cx="556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"Markets give off 'Black Monday' vibes as stocks tank"</a:t>
            </a:r>
            <a:r>
              <a:rPr lang="en-US" dirty="0"/>
              <a:t> Source: Reuters, August 5, 2024</a:t>
            </a:r>
          </a:p>
        </p:txBody>
      </p:sp>
    </p:spTree>
    <p:extLst>
      <p:ext uri="{BB962C8B-B14F-4D97-AF65-F5344CB8AC3E}">
        <p14:creationId xmlns:p14="http://schemas.microsoft.com/office/powerpoint/2010/main" val="4412455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11E0-D4AA-E262-8854-B6C4E20DF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543810-2552-2D47-63A6-634A8888588C}"/>
              </a:ext>
            </a:extLst>
          </p:cNvPr>
          <p:cNvSpPr txBox="1"/>
          <p:nvPr/>
        </p:nvSpPr>
        <p:spPr>
          <a:xfrm>
            <a:off x="1621154" y="2228671"/>
            <a:ext cx="96442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Ohhhhhhh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</a:t>
            </a: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 I don’t know when the right moment to buy is!</a:t>
            </a:r>
            <a:br>
              <a:rPr lang="en-US" sz="3600" dirty="0">
                <a:solidFill>
                  <a:prstClr val="black"/>
                </a:solidFill>
                <a:latin typeface="Aptos" panose="02110004020202020204"/>
              </a:rPr>
            </a:b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6327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5D799E-63EA-F4FD-9878-CE7D074A14B7}"/>
              </a:ext>
            </a:extLst>
          </p:cNvPr>
          <p:cNvSpPr/>
          <p:nvPr/>
        </p:nvSpPr>
        <p:spPr>
          <a:xfrm>
            <a:off x="1219200" y="5395398"/>
            <a:ext cx="9753600" cy="1143000"/>
          </a:xfrm>
          <a:prstGeom prst="rect">
            <a:avLst/>
          </a:prstGeom>
          <a:solidFill>
            <a:schemeClr val="bg1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KEY INSIGHT: The data CLEARLY shows you can be the worst investor to ever walk the earth with the worst luck in the history of luck……….AND YOU WILL STILL MAKE MONEY. </a:t>
            </a:r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8EB06-E98E-A109-E45F-C369AC353192}"/>
              </a:ext>
            </a:extLst>
          </p:cNvPr>
          <p:cNvSpPr txBox="1"/>
          <p:nvPr/>
        </p:nvSpPr>
        <p:spPr>
          <a:xfrm>
            <a:off x="1273873" y="251441"/>
            <a:ext cx="9644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Nobody Does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7F3CD2-D876-79A1-E23B-92633B995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050044"/>
              </p:ext>
            </p:extLst>
          </p:nvPr>
        </p:nvGraphicFramePr>
        <p:xfrm>
          <a:off x="837329" y="1912145"/>
          <a:ext cx="10517342" cy="246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03968">
                  <a:extLst>
                    <a:ext uri="{9D8B030D-6E8A-4147-A177-3AD203B41FA5}">
                      <a16:colId xmlns:a16="http://schemas.microsoft.com/office/drawing/2014/main" val="171916323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89687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272239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4275680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561545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7509215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0688021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Time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Start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Record Highs (Purchases)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Total Invested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Current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Total 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Return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7083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YTD 2025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2025-01-01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$4,300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$4,614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+7.30%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0481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5 Years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2020-10-31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$15,500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$22,841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$7,341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+47.36%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279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10 Years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2015-10-31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353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$35,300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$97,172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$61,872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+175.27%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987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15 Years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2010-10-31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$53,900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$246,306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$192,406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+356.97%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8019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30 Years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1995-10-31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$465,923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$410,923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+747.13%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961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5522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9DF91-4F10-F1F7-A126-A96DCC96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9063E-6189-705A-6943-B05B11C64294}"/>
              </a:ext>
            </a:extLst>
          </p:cNvPr>
          <p:cNvSpPr txBox="1"/>
          <p:nvPr/>
        </p:nvSpPr>
        <p:spPr>
          <a:xfrm>
            <a:off x="2055263" y="2828835"/>
            <a:ext cx="964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Ohhhhhhh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</a:t>
            </a: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 the value of my home has outperformed the Nasdaq-100!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7473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48F4F9-FB31-2F3E-85D6-04EC31793345}"/>
              </a:ext>
            </a:extLst>
          </p:cNvPr>
          <p:cNvSpPr/>
          <p:nvPr/>
        </p:nvSpPr>
        <p:spPr>
          <a:xfrm>
            <a:off x="1219200" y="5201862"/>
            <a:ext cx="9753600" cy="1143000"/>
          </a:xfrm>
          <a:prstGeom prst="rect">
            <a:avLst/>
          </a:prstGeom>
          <a:solidFill>
            <a:schemeClr val="bg1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KEY INSIGHT: The data CLEARLY shows investing in the Nasdaq-100 would is a better investment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E6254E-09E3-9AF5-16AE-A2A60F4B8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121386"/>
              </p:ext>
            </p:extLst>
          </p:nvPr>
        </p:nvGraphicFramePr>
        <p:xfrm>
          <a:off x="2941320" y="2155091"/>
          <a:ext cx="6309360" cy="1920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2663806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38502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40894230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Purchase Amount (Nov 2005)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Value Today </a:t>
                      </a:r>
                    </a:p>
                    <a:p>
                      <a:pPr algn="ctr">
                        <a:buNone/>
                      </a:pPr>
                      <a:r>
                        <a:rPr lang="en-US" b="1" dirty="0"/>
                        <a:t>(Nov 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60706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Home Value (Inflation-Adjusted)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$327,551.34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62503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NASDAQ Investment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$2,996,581.29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422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3C90A81-5C5B-3C6C-1ED5-5DA47319967A}"/>
              </a:ext>
            </a:extLst>
          </p:cNvPr>
          <p:cNvSpPr txBox="1"/>
          <p:nvPr/>
        </p:nvSpPr>
        <p:spPr>
          <a:xfrm>
            <a:off x="3339084" y="612648"/>
            <a:ext cx="5513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Are you sure about that? </a:t>
            </a:r>
          </a:p>
        </p:txBody>
      </p:sp>
    </p:spTree>
    <p:extLst>
      <p:ext uri="{BB962C8B-B14F-4D97-AF65-F5344CB8AC3E}">
        <p14:creationId xmlns:p14="http://schemas.microsoft.com/office/powerpoint/2010/main" val="41422411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2AC99-256D-EA19-2A2F-AFEF179D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370F2B-4014-FEEC-32DB-244A822BABCD}"/>
              </a:ext>
            </a:extLst>
          </p:cNvPr>
          <p:cNvSpPr txBox="1"/>
          <p:nvPr/>
        </p:nvSpPr>
        <p:spPr>
          <a:xfrm>
            <a:off x="518160" y="2855821"/>
            <a:ext cx="1115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Ohhhhhh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 someone pay’s me rent on my second home </a:t>
            </a:r>
          </a:p>
        </p:txBody>
      </p:sp>
    </p:spTree>
    <p:extLst>
      <p:ext uri="{BB962C8B-B14F-4D97-AF65-F5344CB8AC3E}">
        <p14:creationId xmlns:p14="http://schemas.microsoft.com/office/powerpoint/2010/main" val="22891983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5818-2AC3-28B2-3F6D-1A7C7BE1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46B1FF-A8B9-684B-2B43-1EE540C6D2E7}"/>
              </a:ext>
            </a:extLst>
          </p:cNvPr>
          <p:cNvSpPr txBox="1"/>
          <p:nvPr/>
        </p:nvSpPr>
        <p:spPr>
          <a:xfrm>
            <a:off x="3339084" y="612648"/>
            <a:ext cx="5513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What does the data say about that?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4B34420-69BB-3EED-88C9-B79A90C9E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1736" y="2109856"/>
            <a:ext cx="4173194" cy="112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15-Year Investment Comparison: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Receiving $5,000 a month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9580B3D-8200-9500-CD18-E635F84CE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546232"/>
              </p:ext>
            </p:extLst>
          </p:nvPr>
        </p:nvGraphicFramePr>
        <p:xfrm>
          <a:off x="1889760" y="3429000"/>
          <a:ext cx="8412480" cy="1645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482589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75689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962104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68738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Investment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Starting Value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Total Cash Received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Net End Value (accounting for initial investment)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122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Rental Property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$900,000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$700,000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105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NASDAQ-100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$2,092,010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018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5788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06792-8445-DD2B-DF7A-497FC9BD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028EEA-F9AC-6BF7-93AF-4839A7F5408C}"/>
              </a:ext>
            </a:extLst>
          </p:cNvPr>
          <p:cNvSpPr txBox="1"/>
          <p:nvPr/>
        </p:nvSpPr>
        <p:spPr>
          <a:xfrm>
            <a:off x="1621154" y="2228671"/>
            <a:ext cx="964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 much would you have to charge the renters monthly, just to keep up with the NASDAQ-100?</a:t>
            </a:r>
          </a:p>
        </p:txBody>
      </p:sp>
    </p:spTree>
    <p:extLst>
      <p:ext uri="{BB962C8B-B14F-4D97-AF65-F5344CB8AC3E}">
        <p14:creationId xmlns:p14="http://schemas.microsoft.com/office/powerpoint/2010/main" val="13089493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B26D3-4098-B33F-39F2-62E4FDC7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C1DB2-7DC2-A202-2F21-665F321466BC}"/>
              </a:ext>
            </a:extLst>
          </p:cNvPr>
          <p:cNvSpPr txBox="1"/>
          <p:nvPr/>
        </p:nvSpPr>
        <p:spPr>
          <a:xfrm>
            <a:off x="3832050" y="2367171"/>
            <a:ext cx="45279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dirty="0"/>
              <a:t>$11,622.28/Month</a:t>
            </a:r>
            <a:br>
              <a:rPr sz="4400" dirty="0"/>
            </a:br>
            <a:br>
              <a:rPr sz="4400" dirty="0"/>
            </a:br>
            <a:r>
              <a:rPr sz="4400" dirty="0"/>
              <a:t>GOOD LUCK</a:t>
            </a:r>
          </a:p>
        </p:txBody>
      </p:sp>
    </p:spTree>
    <p:extLst>
      <p:ext uri="{BB962C8B-B14F-4D97-AF65-F5344CB8AC3E}">
        <p14:creationId xmlns:p14="http://schemas.microsoft.com/office/powerpoint/2010/main" val="18654181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63D1A3-989A-2CA7-4C3D-A70E733F1DBF}"/>
              </a:ext>
            </a:extLst>
          </p:cNvPr>
          <p:cNvSpPr txBox="1"/>
          <p:nvPr/>
        </p:nvSpPr>
        <p:spPr>
          <a:xfrm>
            <a:off x="1621154" y="2228671"/>
            <a:ext cx="964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Ohhhhhhh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 </a:t>
            </a: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I do not want to support those crooks on Wall Street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7722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nk Executives Testify on TARP">
            <a:extLst>
              <a:ext uri="{FF2B5EF4-FFF2-40B4-BE49-F238E27FC236}">
                <a16:creationId xmlns:a16="http://schemas.microsoft.com/office/drawing/2014/main" id="{CE85D852-DC44-AA6A-0B53-F3FBB9023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196" y="139566"/>
            <a:ext cx="8190604" cy="545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2AF660-BA41-3083-2C89-677B0A609CF7}"/>
              </a:ext>
            </a:extLst>
          </p:cNvPr>
          <p:cNvSpPr txBox="1"/>
          <p:nvPr/>
        </p:nvSpPr>
        <p:spPr>
          <a:xfrm>
            <a:off x="731520" y="5680017"/>
            <a:ext cx="110916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80808"/>
                </a:solidFill>
                <a:effectLst/>
                <a:latin typeface="Lato"/>
              </a:rPr>
              <a:t>WASHINGTON, DC - Feb. 11, 2009: Lloyd Blankfein, CEO of Goldman Sachs; Jamie Dimon, CEO of JPMorgan Chase and Co.; Robert </a:t>
            </a:r>
            <a:r>
              <a:rPr lang="en-US" sz="1400" b="0" i="0" dirty="0" err="1">
                <a:solidFill>
                  <a:srgbClr val="080808"/>
                </a:solidFill>
                <a:effectLst/>
                <a:latin typeface="Lato"/>
              </a:rPr>
              <a:t>P.Kelly</a:t>
            </a:r>
            <a:r>
              <a:rPr lang="en-US" sz="1400" b="0" i="0" dirty="0">
                <a:solidFill>
                  <a:srgbClr val="080808"/>
                </a:solidFill>
                <a:effectLst/>
                <a:latin typeface="Lato"/>
              </a:rPr>
              <a:t>, CEO of the Bank of New York; Ken Lewis, CEO of the Bank of America; Ronald E. Logue, CEO of State Street; John Mack, CEO of Morgan Stanley; Vikram Pandit, CEO of Citigroup; and John Stumpf, CEO of Wells Fargo, testify during the House Financial Services oversight hearing of the Troubled Assets Relief Program (TARP). (Photo by Scott J. Ferrell/Congressional Quarterly/Getty Images)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271745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5771CF-BF06-3DE6-81AA-5A54EEB2B95D}"/>
              </a:ext>
            </a:extLst>
          </p:cNvPr>
          <p:cNvSpPr txBox="1"/>
          <p:nvPr/>
        </p:nvSpPr>
        <p:spPr>
          <a:xfrm>
            <a:off x="1621154" y="2228671"/>
            <a:ext cx="9644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Ohhh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 my smart </a:t>
            </a: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uncle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told me not to invest!</a:t>
            </a:r>
          </a:p>
        </p:txBody>
      </p:sp>
    </p:spTree>
    <p:extLst>
      <p:ext uri="{BB962C8B-B14F-4D97-AF65-F5344CB8AC3E}">
        <p14:creationId xmlns:p14="http://schemas.microsoft.com/office/powerpoint/2010/main" val="35892482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hristmas Vacation: The Cousin Eddie | Red Clay Soul">
            <a:extLst>
              <a:ext uri="{FF2B5EF4-FFF2-40B4-BE49-F238E27FC236}">
                <a16:creationId xmlns:a16="http://schemas.microsoft.com/office/drawing/2014/main" id="{F7249C11-F749-ABC6-4A50-761FA07D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533525"/>
            <a:ext cx="5683827" cy="377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8769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043FB-55FA-06AB-0783-F360048EB307}"/>
              </a:ext>
            </a:extLst>
          </p:cNvPr>
          <p:cNvSpPr txBox="1"/>
          <p:nvPr/>
        </p:nvSpPr>
        <p:spPr>
          <a:xfrm>
            <a:off x="1459229" y="2438221"/>
            <a:ext cx="964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The list goes on.</a:t>
            </a:r>
            <a:br>
              <a:rPr lang="en-US" sz="3600" dirty="0">
                <a:solidFill>
                  <a:prstClr val="black"/>
                </a:solidFill>
                <a:latin typeface="Aptos" panose="02110004020202020204"/>
              </a:rPr>
            </a:b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5956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985D5-0559-E20A-B020-46959129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7408C-4D33-A437-7B28-C9A953F61D6D}"/>
              </a:ext>
            </a:extLst>
          </p:cNvPr>
          <p:cNvSpPr txBox="1"/>
          <p:nvPr/>
        </p:nvSpPr>
        <p:spPr>
          <a:xfrm>
            <a:off x="1399481" y="1877689"/>
            <a:ext cx="964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dirty="0"/>
              <a:t>The data clearly shows what the long-term wise decision is.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669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0DC00-22A6-E600-AB71-D72B8275A6C9}"/>
              </a:ext>
            </a:extLst>
          </p:cNvPr>
          <p:cNvSpPr txBox="1"/>
          <p:nvPr/>
        </p:nvSpPr>
        <p:spPr>
          <a:xfrm>
            <a:off x="1399481" y="1877689"/>
            <a:ext cx="9644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dirty="0"/>
              <a:t>Perhaps you should listen to the data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3209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783DF-81F5-E584-646C-F7E46EE629AE}"/>
              </a:ext>
            </a:extLst>
          </p:cNvPr>
          <p:cNvSpPr txBox="1"/>
          <p:nvPr/>
        </p:nvSpPr>
        <p:spPr>
          <a:xfrm>
            <a:off x="1399481" y="1877689"/>
            <a:ext cx="9644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dirty="0"/>
              <a:t>Thank you!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21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17501</TotalTime>
  <Words>2241</Words>
  <Application>Microsoft Office PowerPoint</Application>
  <PresentationFormat>Widescreen</PresentationFormat>
  <Paragraphs>469</Paragraphs>
  <Slides>74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Aptos</vt:lpstr>
      <vt:lpstr>Aptos Display</vt:lpstr>
      <vt:lpstr>Aptos Narrow</vt:lpstr>
      <vt:lpstr>Arial</vt:lpstr>
      <vt:lpstr>Lato</vt:lpstr>
      <vt:lpstr>SourceSansPro</vt:lpstr>
      <vt:lpstr>Office Theme</vt:lpstr>
      <vt:lpstr>Making Data Driven Decisions </vt:lpstr>
      <vt:lpstr>Ground Rules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is inflation affecting your savings?</vt:lpstr>
      <vt:lpstr>PowerPoint Presentation</vt:lpstr>
      <vt:lpstr>PowerPoint Presentation</vt:lpstr>
      <vt:lpstr>PowerPoint Presentation</vt:lpstr>
      <vt:lpstr>PowerPoint Presentation</vt:lpstr>
      <vt:lpstr>How is inflation affecting your salary?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you invest? </vt:lpstr>
      <vt:lpstr>Basic Info</vt:lpstr>
      <vt:lpstr>PowerPoint Presentation</vt:lpstr>
      <vt:lpstr>PowerPoint Presentation</vt:lpstr>
      <vt:lpstr>PowerPoint Presentation</vt:lpstr>
      <vt:lpstr>PowerPoint Presentation</vt:lpstr>
      <vt:lpstr> QQQM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Cosentini, Victor</dc:creator>
  <cp:lastModifiedBy>Victor Cosentini</cp:lastModifiedBy>
  <cp:revision>132</cp:revision>
  <dcterms:created xsi:type="dcterms:W3CDTF">2025-07-29T19:59:30Z</dcterms:created>
  <dcterms:modified xsi:type="dcterms:W3CDTF">2025-11-08T18:59:40Z</dcterms:modified>
</cp:coreProperties>
</file>